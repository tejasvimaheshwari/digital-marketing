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2"/>
  </p:notesMasterIdLst>
  <p:sldIdLst>
    <p:sldId id="278" r:id="rId2"/>
    <p:sldId id="273" r:id="rId3"/>
    <p:sldId id="274" r:id="rId4"/>
    <p:sldId id="275" r:id="rId5"/>
    <p:sldId id="276" r:id="rId6"/>
    <p:sldId id="279" r:id="rId7"/>
    <p:sldId id="318" r:id="rId8"/>
    <p:sldId id="305" r:id="rId9"/>
    <p:sldId id="306" r:id="rId10"/>
    <p:sldId id="307" r:id="rId11"/>
    <p:sldId id="309" r:id="rId12"/>
    <p:sldId id="310" r:id="rId13"/>
    <p:sldId id="311" r:id="rId14"/>
    <p:sldId id="312" r:id="rId15"/>
    <p:sldId id="313" r:id="rId16"/>
    <p:sldId id="314" r:id="rId17"/>
    <p:sldId id="315" r:id="rId18"/>
    <p:sldId id="316" r:id="rId19"/>
    <p:sldId id="317" r:id="rId20"/>
    <p:sldId id="304" r:id="rId21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9ED"/>
    <a:srgbClr val="FEFAEE"/>
    <a:srgbClr val="FFF5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16" autoAdjust="0"/>
    <p:restoredTop sz="94622" autoAdjust="0"/>
  </p:normalViewPr>
  <p:slideViewPr>
    <p:cSldViewPr>
      <p:cViewPr varScale="1">
        <p:scale>
          <a:sx n="50" d="100"/>
          <a:sy n="50" d="100"/>
        </p:scale>
        <p:origin x="773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31D70A-9942-46F8-A39A-185BCE0200DF}" type="datetimeFigureOut">
              <a:rPr lang="en-IN" smtClean="0"/>
              <a:t>07-09-2026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657B6F-041D-463D-A340-AEC6E90E5C9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30928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61C57-651F-C12B-3FB1-09CE0845E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CC6CDA-46D3-5FC1-CC96-94AEDC2E86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90301E-01DF-7F7B-5CEE-32D277E22D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37E6A3-275A-87F4-076F-53A5B7772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509057-1842-46BE-A23A-03C178CA0D95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69561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microsoft.com/office/2007/relationships/hdphoto" Target="../media/hdphoto4.wdp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microsoft.com/office/2007/relationships/hdphoto" Target="../media/hdphoto3.wdp"/><Relationship Id="rId7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7" Type="http://schemas.openxmlformats.org/officeDocument/2006/relationships/image" Target="../media/image2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jpeg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7" Type="http://schemas.openxmlformats.org/officeDocument/2006/relationships/image" Target="../media/image2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843BF-5924-41D3-0EBA-CC640DD3F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5AF37B2-7FA3-7A39-D2A9-CE49846EBB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304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669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AEB13EC-26ED-EE27-44A5-B2DD2D1F9223}"/>
              </a:ext>
            </a:extLst>
          </p:cNvPr>
          <p:cNvSpPr txBox="1"/>
          <p:nvPr/>
        </p:nvSpPr>
        <p:spPr>
          <a:xfrm>
            <a:off x="7629724" y="1233969"/>
            <a:ext cx="3276600" cy="5021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lang="en-IN" sz="2400" b="1" dirty="0">
                <a:solidFill>
                  <a:srgbClr val="000000"/>
                </a:solidFill>
                <a:effectLst/>
                <a:latin typeface="Calibri-Bold"/>
              </a:rPr>
              <a:t>Assignment Folio of </a:t>
            </a:r>
            <a:endParaRPr lang="en-IN" sz="2000" dirty="0"/>
          </a:p>
          <a:p>
            <a:pPr algn="ctr">
              <a:lnSpc>
                <a:spcPct val="150000"/>
              </a:lnSpc>
              <a:buNone/>
            </a:pPr>
            <a:r>
              <a:rPr lang="en-IN" sz="24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Digital Marketing </a:t>
            </a:r>
            <a:endParaRPr lang="en-IN" sz="2000" dirty="0"/>
          </a:p>
          <a:p>
            <a:pPr algn="ctr">
              <a:lnSpc>
                <a:spcPct val="150000"/>
              </a:lnSpc>
              <a:buNone/>
            </a:pPr>
            <a:r>
              <a:rPr lang="en-IN" sz="2400" b="1" dirty="0">
                <a:solidFill>
                  <a:srgbClr val="000000"/>
                </a:solidFill>
                <a:effectLst/>
                <a:latin typeface="Calibri-Bold"/>
              </a:rPr>
              <a:t>Submitted to </a:t>
            </a:r>
            <a:endParaRPr lang="en-IN" sz="2000" dirty="0"/>
          </a:p>
          <a:p>
            <a:pPr algn="ctr">
              <a:lnSpc>
                <a:spcPct val="150000"/>
              </a:lnSpc>
              <a:buNone/>
            </a:pPr>
            <a:r>
              <a:rPr lang="en-IN" sz="2400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Dezyne</a:t>
            </a:r>
            <a:r>
              <a:rPr lang="en-IN" sz="24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École College </a:t>
            </a:r>
            <a:endParaRPr lang="en-IN" sz="2000" dirty="0"/>
          </a:p>
          <a:p>
            <a:pPr algn="ctr">
              <a:lnSpc>
                <a:spcPct val="150000"/>
              </a:lnSpc>
              <a:buNone/>
            </a:pPr>
            <a:r>
              <a:rPr lang="en-IN" sz="24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Toward Digital Marketing </a:t>
            </a:r>
            <a:endParaRPr lang="en-IN" sz="2000" dirty="0"/>
          </a:p>
          <a:p>
            <a:pPr algn="ctr">
              <a:lnSpc>
                <a:spcPct val="150000"/>
              </a:lnSpc>
              <a:buNone/>
            </a:pPr>
            <a:r>
              <a:rPr lang="en-IN" sz="2400" b="1" dirty="0">
                <a:solidFill>
                  <a:srgbClr val="000000"/>
                </a:solidFill>
                <a:effectLst/>
                <a:latin typeface="Calibri-Bold"/>
              </a:rPr>
              <a:t>By </a:t>
            </a:r>
            <a:endParaRPr lang="en-IN" sz="2000" dirty="0"/>
          </a:p>
          <a:p>
            <a:pPr algn="ctr">
              <a:lnSpc>
                <a:spcPct val="150000"/>
              </a:lnSpc>
              <a:buNone/>
            </a:pPr>
            <a:r>
              <a:rPr lang="en-IN" sz="24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BCA</a:t>
            </a:r>
            <a:endParaRPr lang="en-IN" sz="2000" dirty="0"/>
          </a:p>
          <a:p>
            <a:pPr algn="ctr">
              <a:lnSpc>
                <a:spcPct val="150000"/>
              </a:lnSpc>
              <a:buNone/>
            </a:pPr>
            <a:r>
              <a:rPr lang="en-IN" sz="2400" dirty="0">
                <a:solidFill>
                  <a:srgbClr val="000000"/>
                </a:solidFill>
                <a:latin typeface="Calibri" panose="020F0502020204030204" pitchFamily="34" charset="0"/>
              </a:rPr>
              <a:t>3</a:t>
            </a:r>
            <a:r>
              <a:rPr lang="en-IN" sz="2400" baseline="30000" dirty="0">
                <a:solidFill>
                  <a:srgbClr val="000000"/>
                </a:solidFill>
                <a:latin typeface="Calibri" panose="020F0502020204030204" pitchFamily="34" charset="0"/>
              </a:rPr>
              <a:t>rd</a:t>
            </a:r>
            <a:r>
              <a:rPr lang="en-IN" sz="14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en-IN" sz="24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Semester </a:t>
            </a:r>
            <a:endParaRPr lang="en-IN" sz="2000" dirty="0"/>
          </a:p>
          <a:p>
            <a:pPr algn="ctr">
              <a:lnSpc>
                <a:spcPct val="150000"/>
              </a:lnSpc>
              <a:buNone/>
            </a:pPr>
            <a:r>
              <a:rPr lang="en-IN" sz="24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Tejasvi Maheshwari</a:t>
            </a:r>
            <a:endParaRPr lang="en-IN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50A74A-4634-1C3A-DA39-EDAD7B948D52}"/>
              </a:ext>
            </a:extLst>
          </p:cNvPr>
          <p:cNvSpPr txBox="1"/>
          <p:nvPr/>
        </p:nvSpPr>
        <p:spPr>
          <a:xfrm>
            <a:off x="7629724" y="7505700"/>
            <a:ext cx="3276600" cy="1906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lang="en-IN" sz="2018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Dezyne</a:t>
            </a:r>
            <a:r>
              <a:rPr lang="en-IN" sz="2018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École College </a:t>
            </a:r>
            <a:endParaRPr lang="en-IN" dirty="0"/>
          </a:p>
          <a:p>
            <a:pPr algn="ctr">
              <a:lnSpc>
                <a:spcPct val="150000"/>
              </a:lnSpc>
              <a:buNone/>
            </a:pPr>
            <a:r>
              <a:rPr lang="en-IN" sz="2016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106/10, Civil Lines, Ajmer </a:t>
            </a:r>
            <a:endParaRPr lang="en-IN" dirty="0"/>
          </a:p>
          <a:p>
            <a:pPr algn="ctr">
              <a:lnSpc>
                <a:spcPct val="150000"/>
              </a:lnSpc>
              <a:buNone/>
            </a:pPr>
            <a:r>
              <a:rPr lang="en-IN" sz="2016" dirty="0">
                <a:solidFill>
                  <a:srgbClr val="0563C1"/>
                </a:solidFill>
                <a:effectLst/>
                <a:latin typeface="Calibri" panose="020F0502020204030204" pitchFamily="34" charset="0"/>
              </a:rPr>
              <a:t>www.dezyneecole.com </a:t>
            </a:r>
            <a:endParaRPr lang="en-IN" dirty="0"/>
          </a:p>
          <a:p>
            <a:pPr algn="ctr">
              <a:lnSpc>
                <a:spcPct val="150000"/>
              </a:lnSpc>
              <a:buNone/>
            </a:pPr>
            <a:r>
              <a:rPr lang="en-IN" sz="2016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2026-2027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A7E42-3A26-054A-D88A-95B766956A64}"/>
              </a:ext>
            </a:extLst>
          </p:cNvPr>
          <p:cNvSpPr txBox="1"/>
          <p:nvPr/>
        </p:nvSpPr>
        <p:spPr>
          <a:xfrm>
            <a:off x="8182373" y="6126826"/>
            <a:ext cx="2171301" cy="1507073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n-IN" sz="27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2F0550-94A1-FBDC-039C-D0EB5C4FF530}"/>
              </a:ext>
            </a:extLst>
          </p:cNvPr>
          <p:cNvSpPr txBox="1"/>
          <p:nvPr/>
        </p:nvSpPr>
        <p:spPr>
          <a:xfrm>
            <a:off x="762000" y="118110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rgbClr val="000000"/>
                </a:solidFill>
                <a:effectLst/>
                <a:latin typeface="Calibri-Bold"/>
              </a:rPr>
              <a:t>ASSIGNMENT FOLIO</a:t>
            </a:r>
            <a:endParaRPr lang="en-IN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75D537-37F4-A0CE-9312-76D462FB4E9F}"/>
              </a:ext>
            </a:extLst>
          </p:cNvPr>
          <p:cNvSpPr txBox="1"/>
          <p:nvPr/>
        </p:nvSpPr>
        <p:spPr>
          <a:xfrm>
            <a:off x="13944600" y="625262"/>
            <a:ext cx="4343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b="1" dirty="0"/>
              <a:t>Assignment Report</a:t>
            </a:r>
            <a:endParaRPr lang="en-IN" sz="3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27FBA3-4DD0-AB9D-C22D-1122D16EBA2B}"/>
              </a:ext>
            </a:extLst>
          </p:cNvPr>
          <p:cNvSpPr txBox="1"/>
          <p:nvPr/>
        </p:nvSpPr>
        <p:spPr>
          <a:xfrm>
            <a:off x="777240" y="579120"/>
            <a:ext cx="4343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1"/>
                </a:solidFill>
              </a:rPr>
              <a:t>Digital Marketing</a:t>
            </a:r>
            <a:endParaRPr lang="en-IN" sz="4000" dirty="0">
              <a:solidFill>
                <a:schemeClr val="accent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8E334B-6BAC-F519-E8AA-AF7C1B257022}"/>
              </a:ext>
            </a:extLst>
          </p:cNvPr>
          <p:cNvSpPr txBox="1"/>
          <p:nvPr/>
        </p:nvSpPr>
        <p:spPr>
          <a:xfrm>
            <a:off x="769620" y="904970"/>
            <a:ext cx="16748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solidFill>
                  <a:srgbClr val="000000"/>
                </a:solidFill>
                <a:effectLst/>
                <a:latin typeface="Calibri-Bold"/>
              </a:rPr>
              <a:t>--------------------------------------------------------------------------------------------------------------------------------------------------------------------------------</a:t>
            </a:r>
            <a:endParaRPr lang="en-IN" sz="28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185B20-FC65-089D-DB93-1FE99D2E146C}"/>
              </a:ext>
            </a:extLst>
          </p:cNvPr>
          <p:cNvSpPr txBox="1"/>
          <p:nvPr/>
        </p:nvSpPr>
        <p:spPr>
          <a:xfrm>
            <a:off x="792480" y="9430905"/>
            <a:ext cx="16748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solidFill>
                  <a:srgbClr val="000000"/>
                </a:solidFill>
                <a:effectLst/>
                <a:latin typeface="Calibri-Bold"/>
              </a:rPr>
              <a:t>--------------------------------------------------------------------------------------------------------------------------------------------------------------------------------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0099276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041502-3019-C200-A4C0-4F0FB47E909D}"/>
              </a:ext>
            </a:extLst>
          </p:cNvPr>
          <p:cNvSpPr txBox="1"/>
          <p:nvPr/>
        </p:nvSpPr>
        <p:spPr>
          <a:xfrm>
            <a:off x="762000" y="118110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rgbClr val="000000"/>
                </a:solidFill>
                <a:effectLst/>
                <a:latin typeface="Calibri-Bold"/>
              </a:rPr>
              <a:t>ASSIGNMENT FOLIO</a:t>
            </a:r>
            <a:endParaRPr lang="en-IN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A562EC-37A1-BEEA-9EBB-856FDF8F5D87}"/>
              </a:ext>
            </a:extLst>
          </p:cNvPr>
          <p:cNvSpPr txBox="1"/>
          <p:nvPr/>
        </p:nvSpPr>
        <p:spPr>
          <a:xfrm>
            <a:off x="13944600" y="625262"/>
            <a:ext cx="4343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b="1" dirty="0"/>
              <a:t>Acknowledgement</a:t>
            </a:r>
            <a:endParaRPr lang="en-IN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806327-027E-46D5-A545-4125E248BF58}"/>
              </a:ext>
            </a:extLst>
          </p:cNvPr>
          <p:cNvSpPr txBox="1"/>
          <p:nvPr/>
        </p:nvSpPr>
        <p:spPr>
          <a:xfrm>
            <a:off x="777240" y="579120"/>
            <a:ext cx="4343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1"/>
                </a:solidFill>
              </a:rPr>
              <a:t>Digital Marketing</a:t>
            </a:r>
            <a:endParaRPr lang="en-IN" sz="4000" dirty="0">
              <a:solidFill>
                <a:schemeClr val="accent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354051-ED13-9F40-954C-C3EE845613BF}"/>
              </a:ext>
            </a:extLst>
          </p:cNvPr>
          <p:cNvSpPr txBox="1"/>
          <p:nvPr/>
        </p:nvSpPr>
        <p:spPr>
          <a:xfrm>
            <a:off x="769620" y="904970"/>
            <a:ext cx="16748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solidFill>
                  <a:srgbClr val="000000"/>
                </a:solidFill>
                <a:effectLst/>
                <a:latin typeface="Calibri-Bold"/>
              </a:rPr>
              <a:t>--------------------------------------------------------------------------------------------------------------------------------------------------------------------------------</a:t>
            </a:r>
            <a:endParaRPr lang="en-IN" sz="2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223780-E417-81F9-02FD-B8194EF44570}"/>
              </a:ext>
            </a:extLst>
          </p:cNvPr>
          <p:cNvSpPr txBox="1"/>
          <p:nvPr/>
        </p:nvSpPr>
        <p:spPr>
          <a:xfrm>
            <a:off x="716280" y="2091817"/>
            <a:ext cx="17571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4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We take this opportunity to express our sincere gratitude to </a:t>
            </a:r>
            <a:r>
              <a:rPr lang="en-IN" sz="2400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Dezyne</a:t>
            </a:r>
            <a:r>
              <a:rPr lang="en-IN" sz="24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École College for providing us with the knowledge, </a:t>
            </a:r>
            <a:endParaRPr lang="en-IN" sz="2400" dirty="0"/>
          </a:p>
          <a:p>
            <a:pPr>
              <a:buNone/>
            </a:pPr>
            <a:r>
              <a:rPr lang="en-IN" sz="24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resources, and guidance essential to the successful completion of this project.</a:t>
            </a:r>
            <a:endParaRPr lang="en-IN" sz="2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F0E4E0-31C1-6C41-4773-E4B05CC6CDF9}"/>
              </a:ext>
            </a:extLst>
          </p:cNvPr>
          <p:cNvSpPr txBox="1"/>
          <p:nvPr/>
        </p:nvSpPr>
        <p:spPr>
          <a:xfrm>
            <a:off x="701040" y="2987949"/>
            <a:ext cx="17571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/>
              <a:t>Our deepest thanks to our respected Principal, Dr. Vinita Mathur, for her visionary leadership and continuous encouragement. </a:t>
            </a:r>
          </a:p>
          <a:p>
            <a:r>
              <a:rPr lang="en-IN" sz="2400" dirty="0"/>
              <a:t>Her commitment to academic excellence and student growth has been a constant source of motivation and pride.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CED4851-BED6-C97D-CBD4-737FD7001A31}"/>
              </a:ext>
            </a:extLst>
          </p:cNvPr>
          <p:cNvSpPr txBox="1"/>
          <p:nvPr/>
        </p:nvSpPr>
        <p:spPr>
          <a:xfrm>
            <a:off x="716280" y="3998424"/>
            <a:ext cx="17571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/>
              <a:t>We are equally thankful to all our faculty members for their consistent support, expert advice, and valuable insights that </a:t>
            </a:r>
          </a:p>
          <a:p>
            <a:r>
              <a:rPr lang="en-IN" sz="2400" dirty="0"/>
              <a:t>shaped our learning and helped us achieve this milestone.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ECDEBB-F665-D517-8997-481540058DC4}"/>
              </a:ext>
            </a:extLst>
          </p:cNvPr>
          <p:cNvSpPr txBox="1"/>
          <p:nvPr/>
        </p:nvSpPr>
        <p:spPr>
          <a:xfrm>
            <a:off x="731520" y="4927335"/>
            <a:ext cx="17571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400" dirty="0"/>
              <a:t>Lastly, we extend heartfelt thanks to everyone who directly or indirectly contributed to the success of this project.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78CFED-75F4-18E7-95EF-3CF996CBD9D2}"/>
              </a:ext>
            </a:extLst>
          </p:cNvPr>
          <p:cNvSpPr txBox="1"/>
          <p:nvPr/>
        </p:nvSpPr>
        <p:spPr>
          <a:xfrm>
            <a:off x="716280" y="5502331"/>
            <a:ext cx="17571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400" dirty="0"/>
              <a:t>We are proud to be part of </a:t>
            </a:r>
            <a:r>
              <a:rPr lang="en-IN" sz="2400" dirty="0" err="1"/>
              <a:t>Dezyne</a:t>
            </a:r>
            <a:r>
              <a:rPr lang="en-IN" sz="2400" dirty="0"/>
              <a:t> École College, an institution that truly nurtures professionalism, innovation, and purpose.</a:t>
            </a:r>
            <a:endParaRPr lang="en-IN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156C6B5-E789-1834-4170-3D45DCE773BB}"/>
              </a:ext>
            </a:extLst>
          </p:cNvPr>
          <p:cNvSpPr txBox="1"/>
          <p:nvPr/>
        </p:nvSpPr>
        <p:spPr>
          <a:xfrm>
            <a:off x="716280" y="6406073"/>
            <a:ext cx="17571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400" dirty="0"/>
              <a:t>With sincere appreciation,</a:t>
            </a:r>
            <a:endParaRPr lang="en-IN" sz="4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D6EE082-41EE-6CB0-6E1F-64B21049B0A8}"/>
              </a:ext>
            </a:extLst>
          </p:cNvPr>
          <p:cNvSpPr txBox="1"/>
          <p:nvPr/>
        </p:nvSpPr>
        <p:spPr>
          <a:xfrm>
            <a:off x="716280" y="6928759"/>
            <a:ext cx="17571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400" dirty="0"/>
              <a:t>Tejasvi Maheshwari</a:t>
            </a:r>
            <a:endParaRPr lang="en-IN" sz="32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423A19-6491-5ABB-9DAE-17A5BB10C218}"/>
              </a:ext>
            </a:extLst>
          </p:cNvPr>
          <p:cNvSpPr txBox="1"/>
          <p:nvPr/>
        </p:nvSpPr>
        <p:spPr>
          <a:xfrm>
            <a:off x="716280" y="7493580"/>
            <a:ext cx="17571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400" dirty="0"/>
              <a:t>Department – BCA</a:t>
            </a:r>
            <a:endParaRPr lang="en-IN" sz="4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691ABC-7CC0-916D-730B-91ED476AD6A1}"/>
              </a:ext>
            </a:extLst>
          </p:cNvPr>
          <p:cNvSpPr txBox="1"/>
          <p:nvPr/>
        </p:nvSpPr>
        <p:spPr>
          <a:xfrm>
            <a:off x="716280" y="8058401"/>
            <a:ext cx="17571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400" dirty="0" err="1"/>
              <a:t>Dezyne</a:t>
            </a:r>
            <a:r>
              <a:rPr lang="en-IN" sz="2400" dirty="0"/>
              <a:t> École College, Ajmer</a:t>
            </a:r>
            <a:endParaRPr lang="en-IN" sz="4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1F7A64-30EF-C81A-16CB-5F4D10EF8415}"/>
              </a:ext>
            </a:extLst>
          </p:cNvPr>
          <p:cNvSpPr txBox="1"/>
          <p:nvPr/>
        </p:nvSpPr>
        <p:spPr>
          <a:xfrm>
            <a:off x="792480" y="9430905"/>
            <a:ext cx="16748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solidFill>
                  <a:srgbClr val="000000"/>
                </a:solidFill>
                <a:effectLst/>
                <a:latin typeface="Calibri-Bold"/>
              </a:rPr>
              <a:t>--------------------------------------------------------------------------------------------------------------------------------------------------------------------------------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5702689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37A6E-8DC1-CD5A-7968-9091C8B08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39D44-C457-38D0-3FF5-0FF53A53F628}"/>
              </a:ext>
            </a:extLst>
          </p:cNvPr>
          <p:cNvSpPr txBox="1"/>
          <p:nvPr/>
        </p:nvSpPr>
        <p:spPr>
          <a:xfrm>
            <a:off x="762000" y="118110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rgbClr val="000000"/>
                </a:solidFill>
                <a:effectLst/>
                <a:latin typeface="Calibri-Bold"/>
              </a:rPr>
              <a:t>ASSIGNMENT FOLIO</a:t>
            </a:r>
            <a:endParaRPr lang="en-IN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C64653-8634-DA1B-7424-4BB67163D02B}"/>
              </a:ext>
            </a:extLst>
          </p:cNvPr>
          <p:cNvSpPr txBox="1"/>
          <p:nvPr/>
        </p:nvSpPr>
        <p:spPr>
          <a:xfrm>
            <a:off x="13944600" y="625262"/>
            <a:ext cx="4343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b="1" dirty="0"/>
              <a:t>Case Study</a:t>
            </a:r>
            <a:endParaRPr lang="en-IN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ACA31D-5774-2CB5-14BA-E7529525A37D}"/>
              </a:ext>
            </a:extLst>
          </p:cNvPr>
          <p:cNvSpPr txBox="1"/>
          <p:nvPr/>
        </p:nvSpPr>
        <p:spPr>
          <a:xfrm>
            <a:off x="777240" y="579120"/>
            <a:ext cx="4343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1"/>
                </a:solidFill>
              </a:rPr>
              <a:t>Digital Marketing</a:t>
            </a:r>
            <a:endParaRPr lang="en-IN" sz="4000" dirty="0">
              <a:solidFill>
                <a:schemeClr val="accent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8629F7-F2C1-12B5-B41C-296C529AC711}"/>
              </a:ext>
            </a:extLst>
          </p:cNvPr>
          <p:cNvSpPr txBox="1"/>
          <p:nvPr/>
        </p:nvSpPr>
        <p:spPr>
          <a:xfrm>
            <a:off x="769620" y="904970"/>
            <a:ext cx="16748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solidFill>
                  <a:srgbClr val="000000"/>
                </a:solidFill>
                <a:effectLst/>
                <a:latin typeface="Calibri-Bold"/>
              </a:rPr>
              <a:t>--------------------------------------------------------------------------------------------------------------------------------------------------------------------------------</a:t>
            </a:r>
            <a:endParaRPr lang="en-IN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25CFD0-4C58-C515-9998-6DA64A0276EF}"/>
              </a:ext>
            </a:extLst>
          </p:cNvPr>
          <p:cNvSpPr txBox="1"/>
          <p:nvPr/>
        </p:nvSpPr>
        <p:spPr>
          <a:xfrm>
            <a:off x="701040" y="2616282"/>
            <a:ext cx="160629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/>
              <a:t>Build Subscriber Base, Increase Engagement, Promote Products, Improve Conversions &amp; Maximize ROI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C5B2CB-73E4-E142-C520-8AF5AC967F9D}"/>
              </a:ext>
            </a:extLst>
          </p:cNvPr>
          <p:cNvSpPr txBox="1"/>
          <p:nvPr/>
        </p:nvSpPr>
        <p:spPr>
          <a:xfrm>
            <a:off x="701040" y="2272118"/>
            <a:ext cx="17571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400" b="1" dirty="0"/>
              <a:t>Objective:</a:t>
            </a:r>
            <a:endParaRPr lang="en-IN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8D3780-3A41-5DB5-71FA-1976A94D3326}"/>
              </a:ext>
            </a:extLst>
          </p:cNvPr>
          <p:cNvSpPr txBox="1"/>
          <p:nvPr/>
        </p:nvSpPr>
        <p:spPr>
          <a:xfrm>
            <a:off x="701040" y="3783430"/>
            <a:ext cx="160629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/>
              <a:t>Created audience list in Mailchimp. Segmented subscribers based on interests and demographics.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72AC1B-66AE-13E7-E392-0D89894DEA37}"/>
              </a:ext>
            </a:extLst>
          </p:cNvPr>
          <p:cNvSpPr txBox="1"/>
          <p:nvPr/>
        </p:nvSpPr>
        <p:spPr>
          <a:xfrm>
            <a:off x="701040" y="3439266"/>
            <a:ext cx="17571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400" b="1" dirty="0"/>
              <a:t>1. Subscriber List Creation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DD65B4-7A3D-B7F1-F8C6-DB0547938F04}"/>
              </a:ext>
            </a:extLst>
          </p:cNvPr>
          <p:cNvSpPr txBox="1"/>
          <p:nvPr/>
        </p:nvSpPr>
        <p:spPr>
          <a:xfrm>
            <a:off x="701040" y="4798804"/>
            <a:ext cx="160629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/>
              <a:t>Selected regular email campaign and defined campaign name, audience, and subject line with strong CTA.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CDD6EB-B0E8-3D09-EE8B-E074E536D463}"/>
              </a:ext>
            </a:extLst>
          </p:cNvPr>
          <p:cNvSpPr txBox="1"/>
          <p:nvPr/>
        </p:nvSpPr>
        <p:spPr>
          <a:xfrm>
            <a:off x="701040" y="4454640"/>
            <a:ext cx="17571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400" b="1" dirty="0"/>
              <a:t>2. Email Campaign Setup</a:t>
            </a:r>
            <a:endParaRPr lang="en-IN" sz="6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AA71EC-7B65-0CAC-7909-DB66E03FAF82}"/>
              </a:ext>
            </a:extLst>
          </p:cNvPr>
          <p:cNvSpPr txBox="1"/>
          <p:nvPr/>
        </p:nvSpPr>
        <p:spPr>
          <a:xfrm>
            <a:off x="701040" y="5843630"/>
            <a:ext cx="160629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/>
              <a:t>Designed responsive email using drag-and-drop builder. Added logo, banner image, product details, and clear Call-to-Action buttons.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479394-3868-4DEC-3CD3-823EDAA28A4C}"/>
              </a:ext>
            </a:extLst>
          </p:cNvPr>
          <p:cNvSpPr txBox="1"/>
          <p:nvPr/>
        </p:nvSpPr>
        <p:spPr>
          <a:xfrm>
            <a:off x="701040" y="5499466"/>
            <a:ext cx="17571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400" b="1" dirty="0"/>
              <a:t>3. Email Designing</a:t>
            </a:r>
            <a:endParaRPr lang="en-IN" sz="4800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D482AE3-32D2-F4FC-48A3-16D11746E54C}"/>
              </a:ext>
            </a:extLst>
          </p:cNvPr>
          <p:cNvSpPr txBox="1"/>
          <p:nvPr/>
        </p:nvSpPr>
        <p:spPr>
          <a:xfrm>
            <a:off x="701040" y="7155898"/>
            <a:ext cx="160629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/>
              <a:t>Sent test emails to check layout, links, subject line, and mobile responsiveness.</a:t>
            </a:r>
            <a:endParaRPr lang="en-IN" sz="32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0574476-DD27-42BB-4E7D-5DD4260B475A}"/>
              </a:ext>
            </a:extLst>
          </p:cNvPr>
          <p:cNvSpPr txBox="1"/>
          <p:nvPr/>
        </p:nvSpPr>
        <p:spPr>
          <a:xfrm>
            <a:off x="701040" y="6811734"/>
            <a:ext cx="17571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/>
              <a:t>4. Test Email &amp; Optimization</a:t>
            </a:r>
            <a:endParaRPr lang="en-IN" sz="3200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62F9E4-910D-8CB0-3B85-640610215E22}"/>
              </a:ext>
            </a:extLst>
          </p:cNvPr>
          <p:cNvSpPr txBox="1"/>
          <p:nvPr/>
        </p:nvSpPr>
        <p:spPr>
          <a:xfrm>
            <a:off x="792480" y="9430905"/>
            <a:ext cx="16748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solidFill>
                  <a:srgbClr val="000000"/>
                </a:solidFill>
                <a:effectLst/>
                <a:latin typeface="Calibri-Bold"/>
              </a:rPr>
              <a:t>--------------------------------------------------------------------------------------------------------------------------------------------------------------------------------</a:t>
            </a:r>
            <a:endParaRPr lang="en-IN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502EA2-4D1F-616A-73AF-070EC5CB2A48}"/>
              </a:ext>
            </a:extLst>
          </p:cNvPr>
          <p:cNvSpPr txBox="1"/>
          <p:nvPr/>
        </p:nvSpPr>
        <p:spPr>
          <a:xfrm>
            <a:off x="701040" y="8187035"/>
            <a:ext cx="160629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/>
              <a:t>Scheduled and sent final campaign. Monitored open rate, click-through rate (CTR), and conversions.</a:t>
            </a:r>
            <a:endParaRPr lang="en-IN" sz="3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B55893-B15B-24FA-AA2E-00004F446554}"/>
              </a:ext>
            </a:extLst>
          </p:cNvPr>
          <p:cNvSpPr txBox="1"/>
          <p:nvPr/>
        </p:nvSpPr>
        <p:spPr>
          <a:xfrm>
            <a:off x="701040" y="7842871"/>
            <a:ext cx="17571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/>
              <a:t>5. Final Publication &amp; Performance Tracking</a:t>
            </a:r>
            <a:endParaRPr lang="en-IN" sz="3200" b="1" dirty="0"/>
          </a:p>
        </p:txBody>
      </p:sp>
    </p:spTree>
    <p:extLst>
      <p:ext uri="{BB962C8B-B14F-4D97-AF65-F5344CB8AC3E}">
        <p14:creationId xmlns:p14="http://schemas.microsoft.com/office/powerpoint/2010/main" val="40987725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C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8B6332-50D4-9274-D81F-374A6BD9C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57D10B-BCE9-C661-A94F-8D9ECD231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7089" y="0"/>
            <a:ext cx="18482178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5704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1F2993-9DA5-44FD-4E79-87D3A3EA2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D6368F-73BC-D8F8-CEDA-B7102C701286}"/>
              </a:ext>
            </a:extLst>
          </p:cNvPr>
          <p:cNvSpPr txBox="1"/>
          <p:nvPr/>
        </p:nvSpPr>
        <p:spPr>
          <a:xfrm>
            <a:off x="0" y="211445"/>
            <a:ext cx="18288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7200" b="1" dirty="0"/>
              <a:t>Mailchimp Account Setup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DC5871-8428-A845-942A-7EA15AAFC56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239114"/>
            <a:ext cx="1145360" cy="1152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8E5E7EC-A25E-5C72-3DF7-931D1B3791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49" r="763"/>
          <a:stretch>
            <a:fillRect/>
          </a:stretch>
        </p:blipFill>
        <p:spPr>
          <a:xfrm>
            <a:off x="864245" y="1943100"/>
            <a:ext cx="16433155" cy="77724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75F8D6A-B317-585D-5EA8-6A3762AFA00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888" b="89872" l="9888" r="93142">
                        <a14:foregroundMark x1="53668" y1="23206" x2="53668" y2="23206"/>
                        <a14:foregroundMark x1="51914" y1="18501" x2="51914" y2="18501"/>
                        <a14:foregroundMark x1="51435" y1="16906" x2="51435" y2="16906"/>
                        <a14:foregroundMark x1="57735" y1="27990" x2="57735" y2="27990"/>
                        <a14:foregroundMark x1="67065" y1="39633" x2="67065" y2="39633"/>
                        <a14:foregroundMark x1="68501" y1="50558" x2="68501" y2="50558"/>
                        <a14:foregroundMark x1="68182" y1="54466" x2="68182" y2="54466"/>
                        <a14:foregroundMark x1="66108" y1="58293" x2="66108" y2="58293"/>
                        <a14:foregroundMark x1="63158" y1="61324" x2="63158" y2="61324"/>
                        <a14:foregroundMark x1="50478" y1="60686" x2="50478" y2="60686"/>
                        <a14:foregroundMark x1="55263" y1="59091" x2="55263" y2="59091"/>
                        <a14:foregroundMark x1="53828" y1="58931" x2="52711" y2="60048"/>
                        <a14:foregroundMark x1="43381" y1="56061" x2="43381" y2="56061"/>
                        <a14:foregroundMark x1="41627" y1="55742" x2="41627" y2="55742"/>
                        <a14:foregroundMark x1="58692" y1="46411" x2="58692" y2="46411"/>
                        <a14:foregroundMark x1="59649" y1="50558" x2="59649" y2="50558"/>
                        <a14:foregroundMark x1="60766" y1="50558" x2="60766" y2="50558"/>
                        <a14:foregroundMark x1="55423" y1="35885" x2="55423" y2="35885"/>
                        <a14:foregroundMark x1="51116" y1="38517" x2="51116" y2="38517"/>
                        <a14:foregroundMark x1="50957" y1="45215" x2="50957" y2="45215"/>
                        <a14:foregroundMark x1="50478" y1="41866" x2="50478" y2="41866"/>
                        <a14:foregroundMark x1="34848" y1="40909" x2="34848" y2="40909"/>
                        <a14:foregroundMark x1="36922" y1="36364" x2="36922" y2="36364"/>
                        <a14:foregroundMark x1="38517" y1="30941" x2="38517" y2="30941"/>
                        <a14:foregroundMark x1="43700" y1="27512" x2="43700" y2="27512"/>
                        <a14:foregroundMark x1="47847" y1="25917" x2="47847" y2="25917"/>
                        <a14:foregroundMark x1="35327" y1="27352" x2="35327" y2="27352"/>
                        <a14:foregroundMark x1="61563" y1="51196" x2="61563" y2="51196"/>
                        <a14:foregroundMark x1="37879" y1="50080" x2="37879" y2="50080"/>
                        <a14:foregroundMark x1="35327" y1="46252" x2="35327" y2="46252"/>
                        <a14:foregroundMark x1="52871" y1="26396" x2="52871" y2="26396"/>
                        <a14:foregroundMark x1="62520" y1="49601" x2="62520" y2="49601"/>
                        <a14:foregroundMark x1="65550" y1="37081" x2="65550" y2="37081"/>
                        <a14:foregroundMark x1="11802" y1="71372" x2="11802" y2="71372"/>
                        <a14:foregroundMark x1="19537" y1="73764" x2="19537" y2="73764"/>
                        <a14:foregroundMark x1="34530" y1="78788" x2="34530" y2="78788"/>
                        <a14:foregroundMark x1="34530" y1="72169" x2="34530" y2="72169"/>
                        <a14:foregroundMark x1="43062" y1="74721" x2="43062" y2="74721"/>
                        <a14:foregroundMark x1="53828" y1="77432" x2="53828" y2="77432"/>
                        <a14:foregroundMark x1="63955" y1="75837" x2="63955" y2="75837"/>
                        <a14:foregroundMark x1="75758" y1="75040" x2="75758" y2="75040"/>
                        <a14:foregroundMark x1="87321" y1="73923" x2="87321" y2="73923"/>
                        <a14:foregroundMark x1="92823" y1="78788" x2="92823" y2="78788"/>
                        <a14:foregroundMark x1="93142" y1="78788" x2="93142" y2="787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7720" y="211445"/>
            <a:ext cx="1206034" cy="1206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2219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4E73E8-A4FB-7CB0-4558-69C66911F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49230B1-A9BB-F83F-6816-0BCD1070A9AB}"/>
              </a:ext>
            </a:extLst>
          </p:cNvPr>
          <p:cNvSpPr txBox="1"/>
          <p:nvPr/>
        </p:nvSpPr>
        <p:spPr>
          <a:xfrm>
            <a:off x="0" y="211445"/>
            <a:ext cx="18288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7200" b="1" dirty="0"/>
              <a:t>Email Campaign Dashboard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D2071E-5ECB-2062-4A41-42A59EF44DD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239114"/>
            <a:ext cx="1145360" cy="1152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E93852-1647-FC37-DB4C-B4792D8EEA5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888" b="89872" l="9888" r="93142">
                        <a14:foregroundMark x1="53668" y1="23206" x2="53668" y2="23206"/>
                        <a14:foregroundMark x1="51914" y1="18501" x2="51914" y2="18501"/>
                        <a14:foregroundMark x1="51435" y1="16906" x2="51435" y2="16906"/>
                        <a14:foregroundMark x1="57735" y1="27990" x2="57735" y2="27990"/>
                        <a14:foregroundMark x1="67065" y1="39633" x2="67065" y2="39633"/>
                        <a14:foregroundMark x1="68501" y1="50558" x2="68501" y2="50558"/>
                        <a14:foregroundMark x1="68182" y1="54466" x2="68182" y2="54466"/>
                        <a14:foregroundMark x1="66108" y1="58293" x2="66108" y2="58293"/>
                        <a14:foregroundMark x1="63158" y1="61324" x2="63158" y2="61324"/>
                        <a14:foregroundMark x1="50478" y1="60686" x2="50478" y2="60686"/>
                        <a14:foregroundMark x1="55263" y1="59091" x2="55263" y2="59091"/>
                        <a14:foregroundMark x1="53828" y1="58931" x2="52711" y2="60048"/>
                        <a14:foregroundMark x1="43381" y1="56061" x2="43381" y2="56061"/>
                        <a14:foregroundMark x1="41627" y1="55742" x2="41627" y2="55742"/>
                        <a14:foregroundMark x1="58692" y1="46411" x2="58692" y2="46411"/>
                        <a14:foregroundMark x1="59649" y1="50558" x2="59649" y2="50558"/>
                        <a14:foregroundMark x1="60766" y1="50558" x2="60766" y2="50558"/>
                        <a14:foregroundMark x1="55423" y1="35885" x2="55423" y2="35885"/>
                        <a14:foregroundMark x1="51116" y1="38517" x2="51116" y2="38517"/>
                        <a14:foregroundMark x1="50957" y1="45215" x2="50957" y2="45215"/>
                        <a14:foregroundMark x1="50478" y1="41866" x2="50478" y2="41866"/>
                        <a14:foregroundMark x1="34848" y1="40909" x2="34848" y2="40909"/>
                        <a14:foregroundMark x1="36922" y1="36364" x2="36922" y2="36364"/>
                        <a14:foregroundMark x1="38517" y1="30941" x2="38517" y2="30941"/>
                        <a14:foregroundMark x1="43700" y1="27512" x2="43700" y2="27512"/>
                        <a14:foregroundMark x1="47847" y1="25917" x2="47847" y2="25917"/>
                        <a14:foregroundMark x1="35327" y1="27352" x2="35327" y2="27352"/>
                        <a14:foregroundMark x1="61563" y1="51196" x2="61563" y2="51196"/>
                        <a14:foregroundMark x1="37879" y1="50080" x2="37879" y2="50080"/>
                        <a14:foregroundMark x1="35327" y1="46252" x2="35327" y2="46252"/>
                        <a14:foregroundMark x1="52871" y1="26396" x2="52871" y2="26396"/>
                        <a14:foregroundMark x1="62520" y1="49601" x2="62520" y2="49601"/>
                        <a14:foregroundMark x1="65550" y1="37081" x2="65550" y2="37081"/>
                        <a14:foregroundMark x1="11802" y1="71372" x2="11802" y2="71372"/>
                        <a14:foregroundMark x1="19537" y1="73764" x2="19537" y2="73764"/>
                        <a14:foregroundMark x1="34530" y1="78788" x2="34530" y2="78788"/>
                        <a14:foregroundMark x1="34530" y1="72169" x2="34530" y2="72169"/>
                        <a14:foregroundMark x1="43062" y1="74721" x2="43062" y2="74721"/>
                        <a14:foregroundMark x1="53828" y1="77432" x2="53828" y2="77432"/>
                        <a14:foregroundMark x1="63955" y1="75837" x2="63955" y2="75837"/>
                        <a14:foregroundMark x1="75758" y1="75040" x2="75758" y2="75040"/>
                        <a14:foregroundMark x1="87321" y1="73923" x2="87321" y2="73923"/>
                        <a14:foregroundMark x1="92823" y1="78788" x2="92823" y2="78788"/>
                        <a14:foregroundMark x1="93142" y1="78788" x2="93142" y2="787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7720" y="211445"/>
            <a:ext cx="1206034" cy="120603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5718146-5E64-278F-4667-0224458977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425" y="1943100"/>
            <a:ext cx="16943149" cy="7669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4680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B01086-3214-8052-08AC-281CC9CA9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79DAD0C-BCED-7D89-08A3-01F1E2C35CBD}"/>
              </a:ext>
            </a:extLst>
          </p:cNvPr>
          <p:cNvSpPr txBox="1"/>
          <p:nvPr/>
        </p:nvSpPr>
        <p:spPr>
          <a:xfrm>
            <a:off x="0" y="211445"/>
            <a:ext cx="18288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600" b="1" dirty="0"/>
              <a:t>Email Design Method Selection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F9DBCB-BE84-3E7D-D0A4-5E01D2027CC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239114"/>
            <a:ext cx="1145360" cy="1152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B8B0BA0-FF0F-4B41-97D0-C042674A51A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888" b="89872" l="9888" r="93142">
                        <a14:foregroundMark x1="53668" y1="23206" x2="53668" y2="23206"/>
                        <a14:foregroundMark x1="51914" y1="18501" x2="51914" y2="18501"/>
                        <a14:foregroundMark x1="51435" y1="16906" x2="51435" y2="16906"/>
                        <a14:foregroundMark x1="57735" y1="27990" x2="57735" y2="27990"/>
                        <a14:foregroundMark x1="67065" y1="39633" x2="67065" y2="39633"/>
                        <a14:foregroundMark x1="68501" y1="50558" x2="68501" y2="50558"/>
                        <a14:foregroundMark x1="68182" y1="54466" x2="68182" y2="54466"/>
                        <a14:foregroundMark x1="66108" y1="58293" x2="66108" y2="58293"/>
                        <a14:foregroundMark x1="63158" y1="61324" x2="63158" y2="61324"/>
                        <a14:foregroundMark x1="50478" y1="60686" x2="50478" y2="60686"/>
                        <a14:foregroundMark x1="55263" y1="59091" x2="55263" y2="59091"/>
                        <a14:foregroundMark x1="53828" y1="58931" x2="52711" y2="60048"/>
                        <a14:foregroundMark x1="43381" y1="56061" x2="43381" y2="56061"/>
                        <a14:foregroundMark x1="41627" y1="55742" x2="41627" y2="55742"/>
                        <a14:foregroundMark x1="58692" y1="46411" x2="58692" y2="46411"/>
                        <a14:foregroundMark x1="59649" y1="50558" x2="59649" y2="50558"/>
                        <a14:foregroundMark x1="60766" y1="50558" x2="60766" y2="50558"/>
                        <a14:foregroundMark x1="55423" y1="35885" x2="55423" y2="35885"/>
                        <a14:foregroundMark x1="51116" y1="38517" x2="51116" y2="38517"/>
                        <a14:foregroundMark x1="50957" y1="45215" x2="50957" y2="45215"/>
                        <a14:foregroundMark x1="50478" y1="41866" x2="50478" y2="41866"/>
                        <a14:foregroundMark x1="34848" y1="40909" x2="34848" y2="40909"/>
                        <a14:foregroundMark x1="36922" y1="36364" x2="36922" y2="36364"/>
                        <a14:foregroundMark x1="38517" y1="30941" x2="38517" y2="30941"/>
                        <a14:foregroundMark x1="43700" y1="27512" x2="43700" y2="27512"/>
                        <a14:foregroundMark x1="47847" y1="25917" x2="47847" y2="25917"/>
                        <a14:foregroundMark x1="35327" y1="27352" x2="35327" y2="27352"/>
                        <a14:foregroundMark x1="61563" y1="51196" x2="61563" y2="51196"/>
                        <a14:foregroundMark x1="37879" y1="50080" x2="37879" y2="50080"/>
                        <a14:foregroundMark x1="35327" y1="46252" x2="35327" y2="46252"/>
                        <a14:foregroundMark x1="52871" y1="26396" x2="52871" y2="26396"/>
                        <a14:foregroundMark x1="62520" y1="49601" x2="62520" y2="49601"/>
                        <a14:foregroundMark x1="65550" y1="37081" x2="65550" y2="37081"/>
                        <a14:foregroundMark x1="11802" y1="71372" x2="11802" y2="71372"/>
                        <a14:foregroundMark x1="19537" y1="73764" x2="19537" y2="73764"/>
                        <a14:foregroundMark x1="34530" y1="78788" x2="34530" y2="78788"/>
                        <a14:foregroundMark x1="34530" y1="72169" x2="34530" y2="72169"/>
                        <a14:foregroundMark x1="43062" y1="74721" x2="43062" y2="74721"/>
                        <a14:foregroundMark x1="53828" y1="77432" x2="53828" y2="77432"/>
                        <a14:foregroundMark x1="63955" y1="75837" x2="63955" y2="75837"/>
                        <a14:foregroundMark x1="75758" y1="75040" x2="75758" y2="75040"/>
                        <a14:foregroundMark x1="87321" y1="73923" x2="87321" y2="73923"/>
                        <a14:foregroundMark x1="92823" y1="78788" x2="92823" y2="78788"/>
                        <a14:foregroundMark x1="93142" y1="78788" x2="93142" y2="787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7720" y="211445"/>
            <a:ext cx="1206034" cy="120603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BC86E4-48AC-BD9E-721E-405F88FEF69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8" t="15689" r="3129" b="4906"/>
          <a:stretch>
            <a:fillRect/>
          </a:stretch>
        </p:blipFill>
        <p:spPr>
          <a:xfrm>
            <a:off x="630298" y="2095500"/>
            <a:ext cx="17027404" cy="76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9089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57D302-54FF-E176-4B4A-49D63231D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CD5D6C-42B7-1885-A7EF-A8854CE4C227}"/>
              </a:ext>
            </a:extLst>
          </p:cNvPr>
          <p:cNvSpPr txBox="1"/>
          <p:nvPr/>
        </p:nvSpPr>
        <p:spPr>
          <a:xfrm>
            <a:off x="0" y="211445"/>
            <a:ext cx="18288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600" b="1" dirty="0"/>
              <a:t>Email Template Selection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873C08-E56B-D7C7-DB2E-CEEE1DED4C8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239114"/>
            <a:ext cx="1145360" cy="1152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DC9E17-9506-66E9-9EEC-EFE8B97338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888" b="89872" l="9888" r="93142">
                        <a14:foregroundMark x1="53668" y1="23206" x2="53668" y2="23206"/>
                        <a14:foregroundMark x1="51914" y1="18501" x2="51914" y2="18501"/>
                        <a14:foregroundMark x1="51435" y1="16906" x2="51435" y2="16906"/>
                        <a14:foregroundMark x1="57735" y1="27990" x2="57735" y2="27990"/>
                        <a14:foregroundMark x1="67065" y1="39633" x2="67065" y2="39633"/>
                        <a14:foregroundMark x1="68501" y1="50558" x2="68501" y2="50558"/>
                        <a14:foregroundMark x1="68182" y1="54466" x2="68182" y2="54466"/>
                        <a14:foregroundMark x1="66108" y1="58293" x2="66108" y2="58293"/>
                        <a14:foregroundMark x1="63158" y1="61324" x2="63158" y2="61324"/>
                        <a14:foregroundMark x1="50478" y1="60686" x2="50478" y2="60686"/>
                        <a14:foregroundMark x1="55263" y1="59091" x2="55263" y2="59091"/>
                        <a14:foregroundMark x1="53828" y1="58931" x2="52711" y2="60048"/>
                        <a14:foregroundMark x1="43381" y1="56061" x2="43381" y2="56061"/>
                        <a14:foregroundMark x1="41627" y1="55742" x2="41627" y2="55742"/>
                        <a14:foregroundMark x1="58692" y1="46411" x2="58692" y2="46411"/>
                        <a14:foregroundMark x1="59649" y1="50558" x2="59649" y2="50558"/>
                        <a14:foregroundMark x1="60766" y1="50558" x2="60766" y2="50558"/>
                        <a14:foregroundMark x1="55423" y1="35885" x2="55423" y2="35885"/>
                        <a14:foregroundMark x1="51116" y1="38517" x2="51116" y2="38517"/>
                        <a14:foregroundMark x1="50957" y1="45215" x2="50957" y2="45215"/>
                        <a14:foregroundMark x1="50478" y1="41866" x2="50478" y2="41866"/>
                        <a14:foregroundMark x1="34848" y1="40909" x2="34848" y2="40909"/>
                        <a14:foregroundMark x1="36922" y1="36364" x2="36922" y2="36364"/>
                        <a14:foregroundMark x1="38517" y1="30941" x2="38517" y2="30941"/>
                        <a14:foregroundMark x1="43700" y1="27512" x2="43700" y2="27512"/>
                        <a14:foregroundMark x1="47847" y1="25917" x2="47847" y2="25917"/>
                        <a14:foregroundMark x1="35327" y1="27352" x2="35327" y2="27352"/>
                        <a14:foregroundMark x1="61563" y1="51196" x2="61563" y2="51196"/>
                        <a14:foregroundMark x1="37879" y1="50080" x2="37879" y2="50080"/>
                        <a14:foregroundMark x1="35327" y1="46252" x2="35327" y2="46252"/>
                        <a14:foregroundMark x1="52871" y1="26396" x2="52871" y2="26396"/>
                        <a14:foregroundMark x1="62520" y1="49601" x2="62520" y2="49601"/>
                        <a14:foregroundMark x1="65550" y1="37081" x2="65550" y2="37081"/>
                        <a14:foregroundMark x1="11802" y1="71372" x2="11802" y2="71372"/>
                        <a14:foregroundMark x1="19537" y1="73764" x2="19537" y2="73764"/>
                        <a14:foregroundMark x1="34530" y1="78788" x2="34530" y2="78788"/>
                        <a14:foregroundMark x1="34530" y1="72169" x2="34530" y2="72169"/>
                        <a14:foregroundMark x1="43062" y1="74721" x2="43062" y2="74721"/>
                        <a14:foregroundMark x1="53828" y1="77432" x2="53828" y2="77432"/>
                        <a14:foregroundMark x1="63955" y1="75837" x2="63955" y2="75837"/>
                        <a14:foregroundMark x1="75758" y1="75040" x2="75758" y2="75040"/>
                        <a14:foregroundMark x1="87321" y1="73923" x2="87321" y2="73923"/>
                        <a14:foregroundMark x1="92823" y1="78788" x2="92823" y2="78788"/>
                        <a14:foregroundMark x1="93142" y1="78788" x2="93142" y2="787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7720" y="211445"/>
            <a:ext cx="1206034" cy="12060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6BA206C-64C2-E5C5-57C2-8A4906F9E63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88" r="1046"/>
          <a:stretch>
            <a:fillRect/>
          </a:stretch>
        </p:blipFill>
        <p:spPr>
          <a:xfrm>
            <a:off x="1828166" y="2095499"/>
            <a:ext cx="14478634" cy="6934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4173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AF490C-EA2C-A34C-CB81-3EF4E8002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177B41F-2EAA-91F4-A4CF-213E6DCFA5CC}"/>
              </a:ext>
            </a:extLst>
          </p:cNvPr>
          <p:cNvSpPr txBox="1"/>
          <p:nvPr/>
        </p:nvSpPr>
        <p:spPr>
          <a:xfrm>
            <a:off x="0" y="211445"/>
            <a:ext cx="18288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600" b="1" dirty="0"/>
              <a:t>Email Design &amp; Customization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2C1394-E78E-C78A-5A8D-30D4D22E23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239114"/>
            <a:ext cx="1145360" cy="1152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B99A5ED-63FE-6494-41F3-7BE3608140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888" b="89872" l="9888" r="93142">
                        <a14:foregroundMark x1="53668" y1="23206" x2="53668" y2="23206"/>
                        <a14:foregroundMark x1="51914" y1="18501" x2="51914" y2="18501"/>
                        <a14:foregroundMark x1="51435" y1="16906" x2="51435" y2="16906"/>
                        <a14:foregroundMark x1="57735" y1="27990" x2="57735" y2="27990"/>
                        <a14:foregroundMark x1="67065" y1="39633" x2="67065" y2="39633"/>
                        <a14:foregroundMark x1="68501" y1="50558" x2="68501" y2="50558"/>
                        <a14:foregroundMark x1="68182" y1="54466" x2="68182" y2="54466"/>
                        <a14:foregroundMark x1="66108" y1="58293" x2="66108" y2="58293"/>
                        <a14:foregroundMark x1="63158" y1="61324" x2="63158" y2="61324"/>
                        <a14:foregroundMark x1="50478" y1="60686" x2="50478" y2="60686"/>
                        <a14:foregroundMark x1="55263" y1="59091" x2="55263" y2="59091"/>
                        <a14:foregroundMark x1="53828" y1="58931" x2="52711" y2="60048"/>
                        <a14:foregroundMark x1="43381" y1="56061" x2="43381" y2="56061"/>
                        <a14:foregroundMark x1="41627" y1="55742" x2="41627" y2="55742"/>
                        <a14:foregroundMark x1="58692" y1="46411" x2="58692" y2="46411"/>
                        <a14:foregroundMark x1="59649" y1="50558" x2="59649" y2="50558"/>
                        <a14:foregroundMark x1="60766" y1="50558" x2="60766" y2="50558"/>
                        <a14:foregroundMark x1="55423" y1="35885" x2="55423" y2="35885"/>
                        <a14:foregroundMark x1="51116" y1="38517" x2="51116" y2="38517"/>
                        <a14:foregroundMark x1="50957" y1="45215" x2="50957" y2="45215"/>
                        <a14:foregroundMark x1="50478" y1="41866" x2="50478" y2="41866"/>
                        <a14:foregroundMark x1="34848" y1="40909" x2="34848" y2="40909"/>
                        <a14:foregroundMark x1="36922" y1="36364" x2="36922" y2="36364"/>
                        <a14:foregroundMark x1="38517" y1="30941" x2="38517" y2="30941"/>
                        <a14:foregroundMark x1="43700" y1="27512" x2="43700" y2="27512"/>
                        <a14:foregroundMark x1="47847" y1="25917" x2="47847" y2="25917"/>
                        <a14:foregroundMark x1="35327" y1="27352" x2="35327" y2="27352"/>
                        <a14:foregroundMark x1="61563" y1="51196" x2="61563" y2="51196"/>
                        <a14:foregroundMark x1="37879" y1="50080" x2="37879" y2="50080"/>
                        <a14:foregroundMark x1="35327" y1="46252" x2="35327" y2="46252"/>
                        <a14:foregroundMark x1="52871" y1="26396" x2="52871" y2="26396"/>
                        <a14:foregroundMark x1="62520" y1="49601" x2="62520" y2="49601"/>
                        <a14:foregroundMark x1="65550" y1="37081" x2="65550" y2="37081"/>
                        <a14:foregroundMark x1="11802" y1="71372" x2="11802" y2="71372"/>
                        <a14:foregroundMark x1="19537" y1="73764" x2="19537" y2="73764"/>
                        <a14:foregroundMark x1="34530" y1="78788" x2="34530" y2="78788"/>
                        <a14:foregroundMark x1="34530" y1="72169" x2="34530" y2="72169"/>
                        <a14:foregroundMark x1="43062" y1="74721" x2="43062" y2="74721"/>
                        <a14:foregroundMark x1="53828" y1="77432" x2="53828" y2="77432"/>
                        <a14:foregroundMark x1="63955" y1="75837" x2="63955" y2="75837"/>
                        <a14:foregroundMark x1="75758" y1="75040" x2="75758" y2="75040"/>
                        <a14:foregroundMark x1="87321" y1="73923" x2="87321" y2="73923"/>
                        <a14:foregroundMark x1="92823" y1="78788" x2="92823" y2="78788"/>
                        <a14:foregroundMark x1="93142" y1="78788" x2="93142" y2="787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7720" y="211445"/>
            <a:ext cx="1206034" cy="120603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3DC1D2-FF97-16F6-F483-349D75AE413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626" t="17650" r="16149"/>
          <a:stretch>
            <a:fillRect/>
          </a:stretch>
        </p:blipFill>
        <p:spPr>
          <a:xfrm>
            <a:off x="304800" y="2705100"/>
            <a:ext cx="5571378" cy="5638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A50AE63-D5D1-B820-AAD0-792FC552AD0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709" t="17650" r="22919"/>
          <a:stretch>
            <a:fillRect/>
          </a:stretch>
        </p:blipFill>
        <p:spPr>
          <a:xfrm>
            <a:off x="6248400" y="2705100"/>
            <a:ext cx="4430252" cy="56388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F303DB1-045F-116C-ED5A-E7FA608AB86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105" t="20590" r="13024" b="1074"/>
          <a:stretch>
            <a:fillRect/>
          </a:stretch>
        </p:blipFill>
        <p:spPr>
          <a:xfrm>
            <a:off x="11158762" y="2705100"/>
            <a:ext cx="6264992" cy="5562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1803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99AF84-FFB7-2D0F-E726-B5D7300EC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284C2F-0278-6FD4-6FFA-04B4AE991299}"/>
              </a:ext>
            </a:extLst>
          </p:cNvPr>
          <p:cNvSpPr txBox="1"/>
          <p:nvPr/>
        </p:nvSpPr>
        <p:spPr>
          <a:xfrm>
            <a:off x="0" y="211445"/>
            <a:ext cx="18288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600" b="1" dirty="0"/>
              <a:t>Contact Import Method Selection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7072F3-B535-CFA4-44DB-4EABCC8312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239114"/>
            <a:ext cx="1145360" cy="1152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FCE03A3-E7B2-3733-82CC-9C894FA647C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888" b="89872" l="9888" r="93142">
                        <a14:foregroundMark x1="53668" y1="23206" x2="53668" y2="23206"/>
                        <a14:foregroundMark x1="51914" y1="18501" x2="51914" y2="18501"/>
                        <a14:foregroundMark x1="51435" y1="16906" x2="51435" y2="16906"/>
                        <a14:foregroundMark x1="57735" y1="27990" x2="57735" y2="27990"/>
                        <a14:foregroundMark x1="67065" y1="39633" x2="67065" y2="39633"/>
                        <a14:foregroundMark x1="68501" y1="50558" x2="68501" y2="50558"/>
                        <a14:foregroundMark x1="68182" y1="54466" x2="68182" y2="54466"/>
                        <a14:foregroundMark x1="66108" y1="58293" x2="66108" y2="58293"/>
                        <a14:foregroundMark x1="63158" y1="61324" x2="63158" y2="61324"/>
                        <a14:foregroundMark x1="50478" y1="60686" x2="50478" y2="60686"/>
                        <a14:foregroundMark x1="55263" y1="59091" x2="55263" y2="59091"/>
                        <a14:foregroundMark x1="53828" y1="58931" x2="52711" y2="60048"/>
                        <a14:foregroundMark x1="43381" y1="56061" x2="43381" y2="56061"/>
                        <a14:foregroundMark x1="41627" y1="55742" x2="41627" y2="55742"/>
                        <a14:foregroundMark x1="58692" y1="46411" x2="58692" y2="46411"/>
                        <a14:foregroundMark x1="59649" y1="50558" x2="59649" y2="50558"/>
                        <a14:foregroundMark x1="60766" y1="50558" x2="60766" y2="50558"/>
                        <a14:foregroundMark x1="55423" y1="35885" x2="55423" y2="35885"/>
                        <a14:foregroundMark x1="51116" y1="38517" x2="51116" y2="38517"/>
                        <a14:foregroundMark x1="50957" y1="45215" x2="50957" y2="45215"/>
                        <a14:foregroundMark x1="50478" y1="41866" x2="50478" y2="41866"/>
                        <a14:foregroundMark x1="34848" y1="40909" x2="34848" y2="40909"/>
                        <a14:foregroundMark x1="36922" y1="36364" x2="36922" y2="36364"/>
                        <a14:foregroundMark x1="38517" y1="30941" x2="38517" y2="30941"/>
                        <a14:foregroundMark x1="43700" y1="27512" x2="43700" y2="27512"/>
                        <a14:foregroundMark x1="47847" y1="25917" x2="47847" y2="25917"/>
                        <a14:foregroundMark x1="35327" y1="27352" x2="35327" y2="27352"/>
                        <a14:foregroundMark x1="61563" y1="51196" x2="61563" y2="51196"/>
                        <a14:foregroundMark x1="37879" y1="50080" x2="37879" y2="50080"/>
                        <a14:foregroundMark x1="35327" y1="46252" x2="35327" y2="46252"/>
                        <a14:foregroundMark x1="52871" y1="26396" x2="52871" y2="26396"/>
                        <a14:foregroundMark x1="62520" y1="49601" x2="62520" y2="49601"/>
                        <a14:foregroundMark x1="65550" y1="37081" x2="65550" y2="37081"/>
                        <a14:foregroundMark x1="11802" y1="71372" x2="11802" y2="71372"/>
                        <a14:foregroundMark x1="19537" y1="73764" x2="19537" y2="73764"/>
                        <a14:foregroundMark x1="34530" y1="78788" x2="34530" y2="78788"/>
                        <a14:foregroundMark x1="34530" y1="72169" x2="34530" y2="72169"/>
                        <a14:foregroundMark x1="43062" y1="74721" x2="43062" y2="74721"/>
                        <a14:foregroundMark x1="53828" y1="77432" x2="53828" y2="77432"/>
                        <a14:foregroundMark x1="63955" y1="75837" x2="63955" y2="75837"/>
                        <a14:foregroundMark x1="75758" y1="75040" x2="75758" y2="75040"/>
                        <a14:foregroundMark x1="87321" y1="73923" x2="87321" y2="73923"/>
                        <a14:foregroundMark x1="92823" y1="78788" x2="92823" y2="78788"/>
                        <a14:foregroundMark x1="93142" y1="78788" x2="93142" y2="787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7720" y="211445"/>
            <a:ext cx="1206034" cy="12060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EB4E7EF-0309-D467-FA4E-FB5AC6941E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768" r="2609"/>
          <a:stretch>
            <a:fillRect/>
          </a:stretch>
        </p:blipFill>
        <p:spPr>
          <a:xfrm>
            <a:off x="961556" y="1866900"/>
            <a:ext cx="16364888" cy="7876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75072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901536-5544-562F-F3AF-29E9EAD9A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F986764-5D46-2F43-ED22-1F590061DDEC}"/>
              </a:ext>
            </a:extLst>
          </p:cNvPr>
          <p:cNvSpPr txBox="1"/>
          <p:nvPr/>
        </p:nvSpPr>
        <p:spPr>
          <a:xfrm>
            <a:off x="0" y="211445"/>
            <a:ext cx="18288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600" b="1" dirty="0"/>
              <a:t>Copy &amp; Paste Your Contact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522B3A-10F2-9FF9-7785-7A1C3EAC569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239114"/>
            <a:ext cx="1145360" cy="1152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B8F4CF7-211C-D319-5543-15F40DDE43B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888" b="89872" l="9888" r="93142">
                        <a14:foregroundMark x1="53668" y1="23206" x2="53668" y2="23206"/>
                        <a14:foregroundMark x1="51914" y1="18501" x2="51914" y2="18501"/>
                        <a14:foregroundMark x1="51435" y1="16906" x2="51435" y2="16906"/>
                        <a14:foregroundMark x1="57735" y1="27990" x2="57735" y2="27990"/>
                        <a14:foregroundMark x1="67065" y1="39633" x2="67065" y2="39633"/>
                        <a14:foregroundMark x1="68501" y1="50558" x2="68501" y2="50558"/>
                        <a14:foregroundMark x1="68182" y1="54466" x2="68182" y2="54466"/>
                        <a14:foregroundMark x1="66108" y1="58293" x2="66108" y2="58293"/>
                        <a14:foregroundMark x1="63158" y1="61324" x2="63158" y2="61324"/>
                        <a14:foregroundMark x1="50478" y1="60686" x2="50478" y2="60686"/>
                        <a14:foregroundMark x1="55263" y1="59091" x2="55263" y2="59091"/>
                        <a14:foregroundMark x1="53828" y1="58931" x2="52711" y2="60048"/>
                        <a14:foregroundMark x1="43381" y1="56061" x2="43381" y2="56061"/>
                        <a14:foregroundMark x1="41627" y1="55742" x2="41627" y2="55742"/>
                        <a14:foregroundMark x1="58692" y1="46411" x2="58692" y2="46411"/>
                        <a14:foregroundMark x1="59649" y1="50558" x2="59649" y2="50558"/>
                        <a14:foregroundMark x1="60766" y1="50558" x2="60766" y2="50558"/>
                        <a14:foregroundMark x1="55423" y1="35885" x2="55423" y2="35885"/>
                        <a14:foregroundMark x1="51116" y1="38517" x2="51116" y2="38517"/>
                        <a14:foregroundMark x1="50957" y1="45215" x2="50957" y2="45215"/>
                        <a14:foregroundMark x1="50478" y1="41866" x2="50478" y2="41866"/>
                        <a14:foregroundMark x1="34848" y1="40909" x2="34848" y2="40909"/>
                        <a14:foregroundMark x1="36922" y1="36364" x2="36922" y2="36364"/>
                        <a14:foregroundMark x1="38517" y1="30941" x2="38517" y2="30941"/>
                        <a14:foregroundMark x1="43700" y1="27512" x2="43700" y2="27512"/>
                        <a14:foregroundMark x1="47847" y1="25917" x2="47847" y2="25917"/>
                        <a14:foregroundMark x1="35327" y1="27352" x2="35327" y2="27352"/>
                        <a14:foregroundMark x1="61563" y1="51196" x2="61563" y2="51196"/>
                        <a14:foregroundMark x1="37879" y1="50080" x2="37879" y2="50080"/>
                        <a14:foregroundMark x1="35327" y1="46252" x2="35327" y2="46252"/>
                        <a14:foregroundMark x1="52871" y1="26396" x2="52871" y2="26396"/>
                        <a14:foregroundMark x1="62520" y1="49601" x2="62520" y2="49601"/>
                        <a14:foregroundMark x1="65550" y1="37081" x2="65550" y2="37081"/>
                        <a14:foregroundMark x1="11802" y1="71372" x2="11802" y2="71372"/>
                        <a14:foregroundMark x1="19537" y1="73764" x2="19537" y2="73764"/>
                        <a14:foregroundMark x1="34530" y1="78788" x2="34530" y2="78788"/>
                        <a14:foregroundMark x1="34530" y1="72169" x2="34530" y2="72169"/>
                        <a14:foregroundMark x1="43062" y1="74721" x2="43062" y2="74721"/>
                        <a14:foregroundMark x1="53828" y1="77432" x2="53828" y2="77432"/>
                        <a14:foregroundMark x1="63955" y1="75837" x2="63955" y2="75837"/>
                        <a14:foregroundMark x1="75758" y1="75040" x2="75758" y2="75040"/>
                        <a14:foregroundMark x1="87321" y1="73923" x2="87321" y2="73923"/>
                        <a14:foregroundMark x1="92823" y1="78788" x2="92823" y2="78788"/>
                        <a14:foregroundMark x1="93142" y1="78788" x2="93142" y2="787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7720" y="211445"/>
            <a:ext cx="1206034" cy="120603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F5FFB74-2194-9F6A-90A3-BAB726B8434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768" r="1655"/>
          <a:stretch>
            <a:fillRect/>
          </a:stretch>
        </p:blipFill>
        <p:spPr>
          <a:xfrm>
            <a:off x="990319" y="1866900"/>
            <a:ext cx="16307362" cy="7772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7394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E09B51-3490-AA19-E059-1403A1CCE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0FCC56-798B-76D2-75EA-E9CD06A284CF}"/>
              </a:ext>
            </a:extLst>
          </p:cNvPr>
          <p:cNvSpPr txBox="1"/>
          <p:nvPr/>
        </p:nvSpPr>
        <p:spPr>
          <a:xfrm>
            <a:off x="0" y="211445"/>
            <a:ext cx="18288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600" b="1" dirty="0"/>
              <a:t>Contact Imported Successfully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9452CA-6D01-3C0B-24A6-985BD80C079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239114"/>
            <a:ext cx="1145360" cy="1152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FC8CB9A-07B7-B1DD-9617-595FE57D973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888" b="89872" l="9888" r="93142">
                        <a14:foregroundMark x1="53668" y1="23206" x2="53668" y2="23206"/>
                        <a14:foregroundMark x1="51914" y1="18501" x2="51914" y2="18501"/>
                        <a14:foregroundMark x1="51435" y1="16906" x2="51435" y2="16906"/>
                        <a14:foregroundMark x1="57735" y1="27990" x2="57735" y2="27990"/>
                        <a14:foregroundMark x1="67065" y1="39633" x2="67065" y2="39633"/>
                        <a14:foregroundMark x1="68501" y1="50558" x2="68501" y2="50558"/>
                        <a14:foregroundMark x1="68182" y1="54466" x2="68182" y2="54466"/>
                        <a14:foregroundMark x1="66108" y1="58293" x2="66108" y2="58293"/>
                        <a14:foregroundMark x1="63158" y1="61324" x2="63158" y2="61324"/>
                        <a14:foregroundMark x1="50478" y1="60686" x2="50478" y2="60686"/>
                        <a14:foregroundMark x1="55263" y1="59091" x2="55263" y2="59091"/>
                        <a14:foregroundMark x1="53828" y1="58931" x2="52711" y2="60048"/>
                        <a14:foregroundMark x1="43381" y1="56061" x2="43381" y2="56061"/>
                        <a14:foregroundMark x1="41627" y1="55742" x2="41627" y2="55742"/>
                        <a14:foregroundMark x1="58692" y1="46411" x2="58692" y2="46411"/>
                        <a14:foregroundMark x1="59649" y1="50558" x2="59649" y2="50558"/>
                        <a14:foregroundMark x1="60766" y1="50558" x2="60766" y2="50558"/>
                        <a14:foregroundMark x1="55423" y1="35885" x2="55423" y2="35885"/>
                        <a14:foregroundMark x1="51116" y1="38517" x2="51116" y2="38517"/>
                        <a14:foregroundMark x1="50957" y1="45215" x2="50957" y2="45215"/>
                        <a14:foregroundMark x1="50478" y1="41866" x2="50478" y2="41866"/>
                        <a14:foregroundMark x1="34848" y1="40909" x2="34848" y2="40909"/>
                        <a14:foregroundMark x1="36922" y1="36364" x2="36922" y2="36364"/>
                        <a14:foregroundMark x1="38517" y1="30941" x2="38517" y2="30941"/>
                        <a14:foregroundMark x1="43700" y1="27512" x2="43700" y2="27512"/>
                        <a14:foregroundMark x1="47847" y1="25917" x2="47847" y2="25917"/>
                        <a14:foregroundMark x1="35327" y1="27352" x2="35327" y2="27352"/>
                        <a14:foregroundMark x1="61563" y1="51196" x2="61563" y2="51196"/>
                        <a14:foregroundMark x1="37879" y1="50080" x2="37879" y2="50080"/>
                        <a14:foregroundMark x1="35327" y1="46252" x2="35327" y2="46252"/>
                        <a14:foregroundMark x1="52871" y1="26396" x2="52871" y2="26396"/>
                        <a14:foregroundMark x1="62520" y1="49601" x2="62520" y2="49601"/>
                        <a14:foregroundMark x1="65550" y1="37081" x2="65550" y2="37081"/>
                        <a14:foregroundMark x1="11802" y1="71372" x2="11802" y2="71372"/>
                        <a14:foregroundMark x1="19537" y1="73764" x2="19537" y2="73764"/>
                        <a14:foregroundMark x1="34530" y1="78788" x2="34530" y2="78788"/>
                        <a14:foregroundMark x1="34530" y1="72169" x2="34530" y2="72169"/>
                        <a14:foregroundMark x1="43062" y1="74721" x2="43062" y2="74721"/>
                        <a14:foregroundMark x1="53828" y1="77432" x2="53828" y2="77432"/>
                        <a14:foregroundMark x1="63955" y1="75837" x2="63955" y2="75837"/>
                        <a14:foregroundMark x1="75758" y1="75040" x2="75758" y2="75040"/>
                        <a14:foregroundMark x1="87321" y1="73923" x2="87321" y2="73923"/>
                        <a14:foregroundMark x1="92823" y1="78788" x2="92823" y2="78788"/>
                        <a14:foregroundMark x1="93142" y1="78788" x2="93142" y2="787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7720" y="211445"/>
            <a:ext cx="1206034" cy="12060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EF8875E-CD7A-8018-1376-88AF512D44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1768" r="1873"/>
          <a:stretch>
            <a:fillRect/>
          </a:stretch>
        </p:blipFill>
        <p:spPr>
          <a:xfrm>
            <a:off x="877481" y="1714500"/>
            <a:ext cx="16546274" cy="7903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9000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3C66A0-8FF9-F90D-DEF7-F2F82DD61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E214E3-830A-F45D-5CA6-30D784B988E0}"/>
              </a:ext>
            </a:extLst>
          </p:cNvPr>
          <p:cNvSpPr txBox="1"/>
          <p:nvPr/>
        </p:nvSpPr>
        <p:spPr>
          <a:xfrm>
            <a:off x="0" y="211445"/>
            <a:ext cx="18288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600" b="1" dirty="0"/>
              <a:t>Import Completion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A790CC-F9FF-B8FB-8038-8523DF5B69D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239114"/>
            <a:ext cx="1145360" cy="1152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DC97F6-C671-2F89-A2C3-3008B108A6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888" b="89872" l="9888" r="93142">
                        <a14:foregroundMark x1="53668" y1="23206" x2="53668" y2="23206"/>
                        <a14:foregroundMark x1="51914" y1="18501" x2="51914" y2="18501"/>
                        <a14:foregroundMark x1="51435" y1="16906" x2="51435" y2="16906"/>
                        <a14:foregroundMark x1="57735" y1="27990" x2="57735" y2="27990"/>
                        <a14:foregroundMark x1="67065" y1="39633" x2="67065" y2="39633"/>
                        <a14:foregroundMark x1="68501" y1="50558" x2="68501" y2="50558"/>
                        <a14:foregroundMark x1="68182" y1="54466" x2="68182" y2="54466"/>
                        <a14:foregroundMark x1="66108" y1="58293" x2="66108" y2="58293"/>
                        <a14:foregroundMark x1="63158" y1="61324" x2="63158" y2="61324"/>
                        <a14:foregroundMark x1="50478" y1="60686" x2="50478" y2="60686"/>
                        <a14:foregroundMark x1="55263" y1="59091" x2="55263" y2="59091"/>
                        <a14:foregroundMark x1="53828" y1="58931" x2="52711" y2="60048"/>
                        <a14:foregroundMark x1="43381" y1="56061" x2="43381" y2="56061"/>
                        <a14:foregroundMark x1="41627" y1="55742" x2="41627" y2="55742"/>
                        <a14:foregroundMark x1="58692" y1="46411" x2="58692" y2="46411"/>
                        <a14:foregroundMark x1="59649" y1="50558" x2="59649" y2="50558"/>
                        <a14:foregroundMark x1="60766" y1="50558" x2="60766" y2="50558"/>
                        <a14:foregroundMark x1="55423" y1="35885" x2="55423" y2="35885"/>
                        <a14:foregroundMark x1="51116" y1="38517" x2="51116" y2="38517"/>
                        <a14:foregroundMark x1="50957" y1="45215" x2="50957" y2="45215"/>
                        <a14:foregroundMark x1="50478" y1="41866" x2="50478" y2="41866"/>
                        <a14:foregroundMark x1="34848" y1="40909" x2="34848" y2="40909"/>
                        <a14:foregroundMark x1="36922" y1="36364" x2="36922" y2="36364"/>
                        <a14:foregroundMark x1="38517" y1="30941" x2="38517" y2="30941"/>
                        <a14:foregroundMark x1="43700" y1="27512" x2="43700" y2="27512"/>
                        <a14:foregroundMark x1="47847" y1="25917" x2="47847" y2="25917"/>
                        <a14:foregroundMark x1="35327" y1="27352" x2="35327" y2="27352"/>
                        <a14:foregroundMark x1="61563" y1="51196" x2="61563" y2="51196"/>
                        <a14:foregroundMark x1="37879" y1="50080" x2="37879" y2="50080"/>
                        <a14:foregroundMark x1="35327" y1="46252" x2="35327" y2="46252"/>
                        <a14:foregroundMark x1="52871" y1="26396" x2="52871" y2="26396"/>
                        <a14:foregroundMark x1="62520" y1="49601" x2="62520" y2="49601"/>
                        <a14:foregroundMark x1="65550" y1="37081" x2="65550" y2="37081"/>
                        <a14:foregroundMark x1="11802" y1="71372" x2="11802" y2="71372"/>
                        <a14:foregroundMark x1="19537" y1="73764" x2="19537" y2="73764"/>
                        <a14:foregroundMark x1="34530" y1="78788" x2="34530" y2="78788"/>
                        <a14:foregroundMark x1="34530" y1="72169" x2="34530" y2="72169"/>
                        <a14:foregroundMark x1="43062" y1="74721" x2="43062" y2="74721"/>
                        <a14:foregroundMark x1="53828" y1="77432" x2="53828" y2="77432"/>
                        <a14:foregroundMark x1="63955" y1="75837" x2="63955" y2="75837"/>
                        <a14:foregroundMark x1="75758" y1="75040" x2="75758" y2="75040"/>
                        <a14:foregroundMark x1="87321" y1="73923" x2="87321" y2="73923"/>
                        <a14:foregroundMark x1="92823" y1="78788" x2="92823" y2="78788"/>
                        <a14:foregroundMark x1="93142" y1="78788" x2="93142" y2="787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7720" y="211445"/>
            <a:ext cx="1206034" cy="120603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F6ED28B-E01A-0F37-C038-A375749DDB0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166" y="1943100"/>
            <a:ext cx="14631668" cy="7773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1803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ECAA95-0F84-98EC-4CF3-0C7B2E1D1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FB594F-7231-CE53-7692-100792CAC62A}"/>
              </a:ext>
            </a:extLst>
          </p:cNvPr>
          <p:cNvSpPr txBox="1"/>
          <p:nvPr/>
        </p:nvSpPr>
        <p:spPr>
          <a:xfrm>
            <a:off x="0" y="211445"/>
            <a:ext cx="18288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600" b="1" dirty="0"/>
              <a:t>Import Confirmation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0A6F65-AA91-47F8-D89B-D581174285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239114"/>
            <a:ext cx="1145360" cy="1152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74A3E69-C2CF-4D8B-FCEF-3F05C96284D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888" b="89872" l="9888" r="93142">
                        <a14:foregroundMark x1="53668" y1="23206" x2="53668" y2="23206"/>
                        <a14:foregroundMark x1="51914" y1="18501" x2="51914" y2="18501"/>
                        <a14:foregroundMark x1="51435" y1="16906" x2="51435" y2="16906"/>
                        <a14:foregroundMark x1="57735" y1="27990" x2="57735" y2="27990"/>
                        <a14:foregroundMark x1="67065" y1="39633" x2="67065" y2="39633"/>
                        <a14:foregroundMark x1="68501" y1="50558" x2="68501" y2="50558"/>
                        <a14:foregroundMark x1="68182" y1="54466" x2="68182" y2="54466"/>
                        <a14:foregroundMark x1="66108" y1="58293" x2="66108" y2="58293"/>
                        <a14:foregroundMark x1="63158" y1="61324" x2="63158" y2="61324"/>
                        <a14:foregroundMark x1="50478" y1="60686" x2="50478" y2="60686"/>
                        <a14:foregroundMark x1="55263" y1="59091" x2="55263" y2="59091"/>
                        <a14:foregroundMark x1="53828" y1="58931" x2="52711" y2="60048"/>
                        <a14:foregroundMark x1="43381" y1="56061" x2="43381" y2="56061"/>
                        <a14:foregroundMark x1="41627" y1="55742" x2="41627" y2="55742"/>
                        <a14:foregroundMark x1="58692" y1="46411" x2="58692" y2="46411"/>
                        <a14:foregroundMark x1="59649" y1="50558" x2="59649" y2="50558"/>
                        <a14:foregroundMark x1="60766" y1="50558" x2="60766" y2="50558"/>
                        <a14:foregroundMark x1="55423" y1="35885" x2="55423" y2="35885"/>
                        <a14:foregroundMark x1="51116" y1="38517" x2="51116" y2="38517"/>
                        <a14:foregroundMark x1="50957" y1="45215" x2="50957" y2="45215"/>
                        <a14:foregroundMark x1="50478" y1="41866" x2="50478" y2="41866"/>
                        <a14:foregroundMark x1="34848" y1="40909" x2="34848" y2="40909"/>
                        <a14:foregroundMark x1="36922" y1="36364" x2="36922" y2="36364"/>
                        <a14:foregroundMark x1="38517" y1="30941" x2="38517" y2="30941"/>
                        <a14:foregroundMark x1="43700" y1="27512" x2="43700" y2="27512"/>
                        <a14:foregroundMark x1="47847" y1="25917" x2="47847" y2="25917"/>
                        <a14:foregroundMark x1="35327" y1="27352" x2="35327" y2="27352"/>
                        <a14:foregroundMark x1="61563" y1="51196" x2="61563" y2="51196"/>
                        <a14:foregroundMark x1="37879" y1="50080" x2="37879" y2="50080"/>
                        <a14:foregroundMark x1="35327" y1="46252" x2="35327" y2="46252"/>
                        <a14:foregroundMark x1="52871" y1="26396" x2="52871" y2="26396"/>
                        <a14:foregroundMark x1="62520" y1="49601" x2="62520" y2="49601"/>
                        <a14:foregroundMark x1="65550" y1="37081" x2="65550" y2="37081"/>
                        <a14:foregroundMark x1="11802" y1="71372" x2="11802" y2="71372"/>
                        <a14:foregroundMark x1="19537" y1="73764" x2="19537" y2="73764"/>
                        <a14:foregroundMark x1="34530" y1="78788" x2="34530" y2="78788"/>
                        <a14:foregroundMark x1="34530" y1="72169" x2="34530" y2="72169"/>
                        <a14:foregroundMark x1="43062" y1="74721" x2="43062" y2="74721"/>
                        <a14:foregroundMark x1="53828" y1="77432" x2="53828" y2="77432"/>
                        <a14:foregroundMark x1="63955" y1="75837" x2="63955" y2="75837"/>
                        <a14:foregroundMark x1="75758" y1="75040" x2="75758" y2="75040"/>
                        <a14:foregroundMark x1="87321" y1="73923" x2="87321" y2="73923"/>
                        <a14:foregroundMark x1="92823" y1="78788" x2="92823" y2="78788"/>
                        <a14:foregroundMark x1="93142" y1="78788" x2="93142" y2="787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7720" y="211445"/>
            <a:ext cx="1206034" cy="12060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1F39A07-B850-3112-8978-CA4E124C54B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1764" r="2085"/>
          <a:stretch>
            <a:fillRect/>
          </a:stretch>
        </p:blipFill>
        <p:spPr>
          <a:xfrm>
            <a:off x="787644" y="1866900"/>
            <a:ext cx="16712711" cy="800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9782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4E4F4F-8CA9-E355-8688-83012DDEE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7E10E5-1C5E-6B78-10D3-99D9685BA86B}"/>
              </a:ext>
            </a:extLst>
          </p:cNvPr>
          <p:cNvSpPr txBox="1"/>
          <p:nvPr/>
        </p:nvSpPr>
        <p:spPr>
          <a:xfrm>
            <a:off x="0" y="211445"/>
            <a:ext cx="18288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600" b="1" dirty="0"/>
              <a:t>Campaign Preview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068618-A9D2-F2C7-6E9D-5993199474E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239114"/>
            <a:ext cx="1145360" cy="1152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C84750F-DB62-28EA-D617-1102FCFFAED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888" b="89872" l="9888" r="93142">
                        <a14:foregroundMark x1="53668" y1="23206" x2="53668" y2="23206"/>
                        <a14:foregroundMark x1="51914" y1="18501" x2="51914" y2="18501"/>
                        <a14:foregroundMark x1="51435" y1="16906" x2="51435" y2="16906"/>
                        <a14:foregroundMark x1="57735" y1="27990" x2="57735" y2="27990"/>
                        <a14:foregroundMark x1="67065" y1="39633" x2="67065" y2="39633"/>
                        <a14:foregroundMark x1="68501" y1="50558" x2="68501" y2="50558"/>
                        <a14:foregroundMark x1="68182" y1="54466" x2="68182" y2="54466"/>
                        <a14:foregroundMark x1="66108" y1="58293" x2="66108" y2="58293"/>
                        <a14:foregroundMark x1="63158" y1="61324" x2="63158" y2="61324"/>
                        <a14:foregroundMark x1="50478" y1="60686" x2="50478" y2="60686"/>
                        <a14:foregroundMark x1="55263" y1="59091" x2="55263" y2="59091"/>
                        <a14:foregroundMark x1="53828" y1="58931" x2="52711" y2="60048"/>
                        <a14:foregroundMark x1="43381" y1="56061" x2="43381" y2="56061"/>
                        <a14:foregroundMark x1="41627" y1="55742" x2="41627" y2="55742"/>
                        <a14:foregroundMark x1="58692" y1="46411" x2="58692" y2="46411"/>
                        <a14:foregroundMark x1="59649" y1="50558" x2="59649" y2="50558"/>
                        <a14:foregroundMark x1="60766" y1="50558" x2="60766" y2="50558"/>
                        <a14:foregroundMark x1="55423" y1="35885" x2="55423" y2="35885"/>
                        <a14:foregroundMark x1="51116" y1="38517" x2="51116" y2="38517"/>
                        <a14:foregroundMark x1="50957" y1="45215" x2="50957" y2="45215"/>
                        <a14:foregroundMark x1="50478" y1="41866" x2="50478" y2="41866"/>
                        <a14:foregroundMark x1="34848" y1="40909" x2="34848" y2="40909"/>
                        <a14:foregroundMark x1="36922" y1="36364" x2="36922" y2="36364"/>
                        <a14:foregroundMark x1="38517" y1="30941" x2="38517" y2="30941"/>
                        <a14:foregroundMark x1="43700" y1="27512" x2="43700" y2="27512"/>
                        <a14:foregroundMark x1="47847" y1="25917" x2="47847" y2="25917"/>
                        <a14:foregroundMark x1="35327" y1="27352" x2="35327" y2="27352"/>
                        <a14:foregroundMark x1="61563" y1="51196" x2="61563" y2="51196"/>
                        <a14:foregroundMark x1="37879" y1="50080" x2="37879" y2="50080"/>
                        <a14:foregroundMark x1="35327" y1="46252" x2="35327" y2="46252"/>
                        <a14:foregroundMark x1="52871" y1="26396" x2="52871" y2="26396"/>
                        <a14:foregroundMark x1="62520" y1="49601" x2="62520" y2="49601"/>
                        <a14:foregroundMark x1="65550" y1="37081" x2="65550" y2="37081"/>
                        <a14:foregroundMark x1="11802" y1="71372" x2="11802" y2="71372"/>
                        <a14:foregroundMark x1="19537" y1="73764" x2="19537" y2="73764"/>
                        <a14:foregroundMark x1="34530" y1="78788" x2="34530" y2="78788"/>
                        <a14:foregroundMark x1="34530" y1="72169" x2="34530" y2="72169"/>
                        <a14:foregroundMark x1="43062" y1="74721" x2="43062" y2="74721"/>
                        <a14:foregroundMark x1="53828" y1="77432" x2="53828" y2="77432"/>
                        <a14:foregroundMark x1="63955" y1="75837" x2="63955" y2="75837"/>
                        <a14:foregroundMark x1="75758" y1="75040" x2="75758" y2="75040"/>
                        <a14:foregroundMark x1="87321" y1="73923" x2="87321" y2="73923"/>
                        <a14:foregroundMark x1="92823" y1="78788" x2="92823" y2="78788"/>
                        <a14:foregroundMark x1="93142" y1="78788" x2="93142" y2="787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7720" y="211445"/>
            <a:ext cx="1206034" cy="120603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02A547C-5900-C578-F37F-5C64E6A6EDE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748" r="1835"/>
          <a:stretch>
            <a:fillRect/>
          </a:stretch>
        </p:blipFill>
        <p:spPr>
          <a:xfrm>
            <a:off x="846419" y="2019300"/>
            <a:ext cx="16577335" cy="7827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4050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F9D750-1AA5-9A69-9124-DA1AF81E2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56117B-5C38-5C6B-54BB-513664F96213}"/>
              </a:ext>
            </a:extLst>
          </p:cNvPr>
          <p:cNvSpPr txBox="1"/>
          <p:nvPr/>
        </p:nvSpPr>
        <p:spPr>
          <a:xfrm>
            <a:off x="0" y="211445"/>
            <a:ext cx="18288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600" b="1" dirty="0"/>
              <a:t>Campaign Successfully Launched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FC9289-E8DD-2C2F-E6D5-7AF55709B00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239114"/>
            <a:ext cx="1145360" cy="1152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E93F6BD-FC8B-AF88-61AE-E652CE2BCCB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888" b="89872" l="9888" r="93142">
                        <a14:foregroundMark x1="53668" y1="23206" x2="53668" y2="23206"/>
                        <a14:foregroundMark x1="51914" y1="18501" x2="51914" y2="18501"/>
                        <a14:foregroundMark x1="51435" y1="16906" x2="51435" y2="16906"/>
                        <a14:foregroundMark x1="57735" y1="27990" x2="57735" y2="27990"/>
                        <a14:foregroundMark x1="67065" y1="39633" x2="67065" y2="39633"/>
                        <a14:foregroundMark x1="68501" y1="50558" x2="68501" y2="50558"/>
                        <a14:foregroundMark x1="68182" y1="54466" x2="68182" y2="54466"/>
                        <a14:foregroundMark x1="66108" y1="58293" x2="66108" y2="58293"/>
                        <a14:foregroundMark x1="63158" y1="61324" x2="63158" y2="61324"/>
                        <a14:foregroundMark x1="50478" y1="60686" x2="50478" y2="60686"/>
                        <a14:foregroundMark x1="55263" y1="59091" x2="55263" y2="59091"/>
                        <a14:foregroundMark x1="53828" y1="58931" x2="52711" y2="60048"/>
                        <a14:foregroundMark x1="43381" y1="56061" x2="43381" y2="56061"/>
                        <a14:foregroundMark x1="41627" y1="55742" x2="41627" y2="55742"/>
                        <a14:foregroundMark x1="58692" y1="46411" x2="58692" y2="46411"/>
                        <a14:foregroundMark x1="59649" y1="50558" x2="59649" y2="50558"/>
                        <a14:foregroundMark x1="60766" y1="50558" x2="60766" y2="50558"/>
                        <a14:foregroundMark x1="55423" y1="35885" x2="55423" y2="35885"/>
                        <a14:foregroundMark x1="51116" y1="38517" x2="51116" y2="38517"/>
                        <a14:foregroundMark x1="50957" y1="45215" x2="50957" y2="45215"/>
                        <a14:foregroundMark x1="50478" y1="41866" x2="50478" y2="41866"/>
                        <a14:foregroundMark x1="34848" y1="40909" x2="34848" y2="40909"/>
                        <a14:foregroundMark x1="36922" y1="36364" x2="36922" y2="36364"/>
                        <a14:foregroundMark x1="38517" y1="30941" x2="38517" y2="30941"/>
                        <a14:foregroundMark x1="43700" y1="27512" x2="43700" y2="27512"/>
                        <a14:foregroundMark x1="47847" y1="25917" x2="47847" y2="25917"/>
                        <a14:foregroundMark x1="35327" y1="27352" x2="35327" y2="27352"/>
                        <a14:foregroundMark x1="61563" y1="51196" x2="61563" y2="51196"/>
                        <a14:foregroundMark x1="37879" y1="50080" x2="37879" y2="50080"/>
                        <a14:foregroundMark x1="35327" y1="46252" x2="35327" y2="46252"/>
                        <a14:foregroundMark x1="52871" y1="26396" x2="52871" y2="26396"/>
                        <a14:foregroundMark x1="62520" y1="49601" x2="62520" y2="49601"/>
                        <a14:foregroundMark x1="65550" y1="37081" x2="65550" y2="37081"/>
                        <a14:foregroundMark x1="11802" y1="71372" x2="11802" y2="71372"/>
                        <a14:foregroundMark x1="19537" y1="73764" x2="19537" y2="73764"/>
                        <a14:foregroundMark x1="34530" y1="78788" x2="34530" y2="78788"/>
                        <a14:foregroundMark x1="34530" y1="72169" x2="34530" y2="72169"/>
                        <a14:foregroundMark x1="43062" y1="74721" x2="43062" y2="74721"/>
                        <a14:foregroundMark x1="53828" y1="77432" x2="53828" y2="77432"/>
                        <a14:foregroundMark x1="63955" y1="75837" x2="63955" y2="75837"/>
                        <a14:foregroundMark x1="75758" y1="75040" x2="75758" y2="75040"/>
                        <a14:foregroundMark x1="87321" y1="73923" x2="87321" y2="73923"/>
                        <a14:foregroundMark x1="92823" y1="78788" x2="92823" y2="78788"/>
                        <a14:foregroundMark x1="93142" y1="78788" x2="93142" y2="787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7720" y="211445"/>
            <a:ext cx="1206034" cy="12060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B003EAC-944D-E8B4-CBAE-812CF91C9C0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768" r="986" b="6867"/>
          <a:stretch>
            <a:fillRect/>
          </a:stretch>
        </p:blipFill>
        <p:spPr>
          <a:xfrm>
            <a:off x="648962" y="2019300"/>
            <a:ext cx="17105638" cy="7467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0028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8E4945-EE62-A69B-15C4-0591E5922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46285D-E77F-C04C-D318-A04C1ED9EC52}"/>
              </a:ext>
            </a:extLst>
          </p:cNvPr>
          <p:cNvSpPr txBox="1"/>
          <p:nvPr/>
        </p:nvSpPr>
        <p:spPr>
          <a:xfrm>
            <a:off x="0" y="356066"/>
            <a:ext cx="18288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600" b="1" dirty="0"/>
              <a:t>Test Email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F2B7CD-02E3-CB4D-779A-CE1C7A9CB96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83735"/>
            <a:ext cx="1145360" cy="1152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C5AD07D-6D52-012C-1F4B-3E5F6B689FE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888" b="89872" l="9888" r="93142">
                        <a14:foregroundMark x1="53668" y1="23206" x2="53668" y2="23206"/>
                        <a14:foregroundMark x1="51914" y1="18501" x2="51914" y2="18501"/>
                        <a14:foregroundMark x1="51435" y1="16906" x2="51435" y2="16906"/>
                        <a14:foregroundMark x1="57735" y1="27990" x2="57735" y2="27990"/>
                        <a14:foregroundMark x1="67065" y1="39633" x2="67065" y2="39633"/>
                        <a14:foregroundMark x1="68501" y1="50558" x2="68501" y2="50558"/>
                        <a14:foregroundMark x1="68182" y1="54466" x2="68182" y2="54466"/>
                        <a14:foregroundMark x1="66108" y1="58293" x2="66108" y2="58293"/>
                        <a14:foregroundMark x1="63158" y1="61324" x2="63158" y2="61324"/>
                        <a14:foregroundMark x1="50478" y1="60686" x2="50478" y2="60686"/>
                        <a14:foregroundMark x1="55263" y1="59091" x2="55263" y2="59091"/>
                        <a14:foregroundMark x1="53828" y1="58931" x2="52711" y2="60048"/>
                        <a14:foregroundMark x1="43381" y1="56061" x2="43381" y2="56061"/>
                        <a14:foregroundMark x1="41627" y1="55742" x2="41627" y2="55742"/>
                        <a14:foregroundMark x1="58692" y1="46411" x2="58692" y2="46411"/>
                        <a14:foregroundMark x1="59649" y1="50558" x2="59649" y2="50558"/>
                        <a14:foregroundMark x1="60766" y1="50558" x2="60766" y2="50558"/>
                        <a14:foregroundMark x1="55423" y1="35885" x2="55423" y2="35885"/>
                        <a14:foregroundMark x1="51116" y1="38517" x2="51116" y2="38517"/>
                        <a14:foregroundMark x1="50957" y1="45215" x2="50957" y2="45215"/>
                        <a14:foregroundMark x1="50478" y1="41866" x2="50478" y2="41866"/>
                        <a14:foregroundMark x1="34848" y1="40909" x2="34848" y2="40909"/>
                        <a14:foregroundMark x1="36922" y1="36364" x2="36922" y2="36364"/>
                        <a14:foregroundMark x1="38517" y1="30941" x2="38517" y2="30941"/>
                        <a14:foregroundMark x1="43700" y1="27512" x2="43700" y2="27512"/>
                        <a14:foregroundMark x1="47847" y1="25917" x2="47847" y2="25917"/>
                        <a14:foregroundMark x1="35327" y1="27352" x2="35327" y2="27352"/>
                        <a14:foregroundMark x1="61563" y1="51196" x2="61563" y2="51196"/>
                        <a14:foregroundMark x1="37879" y1="50080" x2="37879" y2="50080"/>
                        <a14:foregroundMark x1="35327" y1="46252" x2="35327" y2="46252"/>
                        <a14:foregroundMark x1="52871" y1="26396" x2="52871" y2="26396"/>
                        <a14:foregroundMark x1="62520" y1="49601" x2="62520" y2="49601"/>
                        <a14:foregroundMark x1="65550" y1="37081" x2="65550" y2="37081"/>
                        <a14:foregroundMark x1="11802" y1="71372" x2="11802" y2="71372"/>
                        <a14:foregroundMark x1="19537" y1="73764" x2="19537" y2="73764"/>
                        <a14:foregroundMark x1="34530" y1="78788" x2="34530" y2="78788"/>
                        <a14:foregroundMark x1="34530" y1="72169" x2="34530" y2="72169"/>
                        <a14:foregroundMark x1="43062" y1="74721" x2="43062" y2="74721"/>
                        <a14:foregroundMark x1="53828" y1="77432" x2="53828" y2="77432"/>
                        <a14:foregroundMark x1="63955" y1="75837" x2="63955" y2="75837"/>
                        <a14:foregroundMark x1="75758" y1="75040" x2="75758" y2="75040"/>
                        <a14:foregroundMark x1="87321" y1="73923" x2="87321" y2="73923"/>
                        <a14:foregroundMark x1="92823" y1="78788" x2="92823" y2="78788"/>
                        <a14:foregroundMark x1="93142" y1="78788" x2="93142" y2="787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7720" y="356066"/>
            <a:ext cx="1206034" cy="120603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6317B10-326D-98F5-EEC0-E1BBFCC8BC3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26" b="17407"/>
          <a:stretch>
            <a:fillRect/>
          </a:stretch>
        </p:blipFill>
        <p:spPr>
          <a:xfrm>
            <a:off x="1676400" y="1901189"/>
            <a:ext cx="6019800" cy="808360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13A48DE-F83E-47FA-6B50-54F2131576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8200" y="1901189"/>
            <a:ext cx="6781800" cy="8083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0823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FA1AA9-82AE-F7BD-9AF4-F78814CDB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D78883-B1A2-0DC5-2480-6A1C513C77DA}"/>
              </a:ext>
            </a:extLst>
          </p:cNvPr>
          <p:cNvSpPr txBox="1"/>
          <p:nvPr/>
        </p:nvSpPr>
        <p:spPr>
          <a:xfrm>
            <a:off x="0" y="508466"/>
            <a:ext cx="18288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600" b="1" dirty="0"/>
              <a:t>Test Email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51DE4A-4C96-4227-008D-4DC91BB3868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536135"/>
            <a:ext cx="1145360" cy="1152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E37E7FE-5D3D-E58A-489E-E082208AB83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888" b="89872" l="9888" r="93142">
                        <a14:foregroundMark x1="53668" y1="23206" x2="53668" y2="23206"/>
                        <a14:foregroundMark x1="51914" y1="18501" x2="51914" y2="18501"/>
                        <a14:foregroundMark x1="51435" y1="16906" x2="51435" y2="16906"/>
                        <a14:foregroundMark x1="57735" y1="27990" x2="57735" y2="27990"/>
                        <a14:foregroundMark x1="67065" y1="39633" x2="67065" y2="39633"/>
                        <a14:foregroundMark x1="68501" y1="50558" x2="68501" y2="50558"/>
                        <a14:foregroundMark x1="68182" y1="54466" x2="68182" y2="54466"/>
                        <a14:foregroundMark x1="66108" y1="58293" x2="66108" y2="58293"/>
                        <a14:foregroundMark x1="63158" y1="61324" x2="63158" y2="61324"/>
                        <a14:foregroundMark x1="50478" y1="60686" x2="50478" y2="60686"/>
                        <a14:foregroundMark x1="55263" y1="59091" x2="55263" y2="59091"/>
                        <a14:foregroundMark x1="53828" y1="58931" x2="52711" y2="60048"/>
                        <a14:foregroundMark x1="43381" y1="56061" x2="43381" y2="56061"/>
                        <a14:foregroundMark x1="41627" y1="55742" x2="41627" y2="55742"/>
                        <a14:foregroundMark x1="58692" y1="46411" x2="58692" y2="46411"/>
                        <a14:foregroundMark x1="59649" y1="50558" x2="59649" y2="50558"/>
                        <a14:foregroundMark x1="60766" y1="50558" x2="60766" y2="50558"/>
                        <a14:foregroundMark x1="55423" y1="35885" x2="55423" y2="35885"/>
                        <a14:foregroundMark x1="51116" y1="38517" x2="51116" y2="38517"/>
                        <a14:foregroundMark x1="50957" y1="45215" x2="50957" y2="45215"/>
                        <a14:foregroundMark x1="50478" y1="41866" x2="50478" y2="41866"/>
                        <a14:foregroundMark x1="34848" y1="40909" x2="34848" y2="40909"/>
                        <a14:foregroundMark x1="36922" y1="36364" x2="36922" y2="36364"/>
                        <a14:foregroundMark x1="38517" y1="30941" x2="38517" y2="30941"/>
                        <a14:foregroundMark x1="43700" y1="27512" x2="43700" y2="27512"/>
                        <a14:foregroundMark x1="47847" y1="25917" x2="47847" y2="25917"/>
                        <a14:foregroundMark x1="35327" y1="27352" x2="35327" y2="27352"/>
                        <a14:foregroundMark x1="61563" y1="51196" x2="61563" y2="51196"/>
                        <a14:foregroundMark x1="37879" y1="50080" x2="37879" y2="50080"/>
                        <a14:foregroundMark x1="35327" y1="46252" x2="35327" y2="46252"/>
                        <a14:foregroundMark x1="52871" y1="26396" x2="52871" y2="26396"/>
                        <a14:foregroundMark x1="62520" y1="49601" x2="62520" y2="49601"/>
                        <a14:foregroundMark x1="65550" y1="37081" x2="65550" y2="37081"/>
                        <a14:foregroundMark x1="11802" y1="71372" x2="11802" y2="71372"/>
                        <a14:foregroundMark x1="19537" y1="73764" x2="19537" y2="73764"/>
                        <a14:foregroundMark x1="34530" y1="78788" x2="34530" y2="78788"/>
                        <a14:foregroundMark x1="34530" y1="72169" x2="34530" y2="72169"/>
                        <a14:foregroundMark x1="43062" y1="74721" x2="43062" y2="74721"/>
                        <a14:foregroundMark x1="53828" y1="77432" x2="53828" y2="77432"/>
                        <a14:foregroundMark x1="63955" y1="75837" x2="63955" y2="75837"/>
                        <a14:foregroundMark x1="75758" y1="75040" x2="75758" y2="75040"/>
                        <a14:foregroundMark x1="87321" y1="73923" x2="87321" y2="73923"/>
                        <a14:foregroundMark x1="92823" y1="78788" x2="92823" y2="78788"/>
                        <a14:foregroundMark x1="93142" y1="78788" x2="93142" y2="787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7720" y="508466"/>
            <a:ext cx="1206034" cy="12060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F6C3D39-47E2-1573-36C9-CA68D03BD7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5400" y="2019300"/>
            <a:ext cx="6096000" cy="70407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A436C13-3792-A019-CD0A-22A1EEDF081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6629" y="2019300"/>
            <a:ext cx="9345971" cy="7040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9545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81183A-C2B1-DEAD-7F56-50C90FC0E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0B6319-0518-3BB9-473E-C319B1873B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9700" y="209581"/>
            <a:ext cx="13948599" cy="9867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63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477</TotalTime>
  <Words>391</Words>
  <Application>Microsoft Office PowerPoint</Application>
  <PresentationFormat>Custom</PresentationFormat>
  <Paragraphs>67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Calibri</vt:lpstr>
      <vt:lpstr>Calibri-Bold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SEO Strategy for TharCool Growth</dc:title>
  <dc:creator>Mukesh Neelu</dc:creator>
  <cp:lastModifiedBy>Tejasvi Maheshwari</cp:lastModifiedBy>
  <cp:revision>10</cp:revision>
  <dcterms:created xsi:type="dcterms:W3CDTF">2006-08-16T00:00:00Z</dcterms:created>
  <dcterms:modified xsi:type="dcterms:W3CDTF">2026-09-07T11:53:37Z</dcterms:modified>
  <dc:identifier>DAHRJheS19U</dc:identifier>
</cp:coreProperties>
</file>