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78" r:id="rId2"/>
    <p:sldId id="273" r:id="rId3"/>
    <p:sldId id="274" r:id="rId4"/>
    <p:sldId id="275" r:id="rId5"/>
    <p:sldId id="276" r:id="rId6"/>
    <p:sldId id="279" r:id="rId7"/>
    <p:sldId id="318" r:id="rId8"/>
    <p:sldId id="305" r:id="rId9"/>
    <p:sldId id="306" r:id="rId10"/>
    <p:sldId id="307" r:id="rId11"/>
    <p:sldId id="319" r:id="rId12"/>
    <p:sldId id="320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04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9ED"/>
    <a:srgbClr val="FEFAEE"/>
    <a:srgbClr val="FF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22" autoAdjust="0"/>
  </p:normalViewPr>
  <p:slideViewPr>
    <p:cSldViewPr>
      <p:cViewPr varScale="1">
        <p:scale>
          <a:sx n="50" d="100"/>
          <a:sy n="50" d="100"/>
        </p:scale>
        <p:origin x="77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1D70A-9942-46F8-A39A-185BCE0200D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57B6F-041D-463D-A340-AEC6E90E5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0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1C57-651F-C12B-3FB1-09CE0845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C6CDA-46D3-5FC1-CC96-94AEDC2E8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0301E-01DF-7F7B-5CEE-32D277E2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7E6A3-275A-87F4-076F-53A5B777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5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3.wdp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hdphoto" Target="../media/hdphoto3.wdp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43BF-5924-41D3-0EBA-CC640DD3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AF37B2-7FA3-7A39-D2A9-CE49846E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3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6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7629724" y="1233969"/>
            <a:ext cx="32766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 of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Submitted to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Toward 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By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BCA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24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1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Semester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Tejasvi Maheshwari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7629724" y="7505700"/>
            <a:ext cx="3276600" cy="190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018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018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106/10, Civil Lines, Ajmer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563C1"/>
                </a:solidFill>
                <a:effectLst/>
                <a:latin typeface="Calibri" panose="020F0502020204030204" pitchFamily="34" charset="0"/>
              </a:rPr>
              <a:t>www.dezyneecole.com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2026-2027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8182373" y="6126826"/>
            <a:ext cx="2171301" cy="150707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Assignment Report</a:t>
            </a:r>
            <a:endParaRPr lang="en-IN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Acknowledgement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716280" y="2091817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for providing us with the knowledge, </a:t>
            </a:r>
            <a:endParaRPr lang="en-IN" sz="2400" dirty="0"/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701040" y="2987949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Our deepest thanks to our respected Principal, Dr. Vinita Mathur, for her visionary leadership and continuous encouragement. </a:t>
            </a:r>
          </a:p>
          <a:p>
            <a:r>
              <a:rPr lang="en-IN" sz="24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716280" y="3998424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We are equally thankful to all our faculty members for their consistent support, expert advice, and valuable insights that </a:t>
            </a:r>
          </a:p>
          <a:p>
            <a:r>
              <a:rPr lang="en-IN" sz="24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731520" y="4927335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716280" y="550233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We are proud to be part of </a:t>
            </a:r>
            <a:r>
              <a:rPr lang="en-IN" sz="2400" dirty="0" err="1"/>
              <a:t>Dezyne</a:t>
            </a:r>
            <a:r>
              <a:rPr lang="en-IN" sz="2400" dirty="0"/>
              <a:t> École College, an institution that truly nurtures professionalism, innovation, and purpose.</a:t>
            </a:r>
            <a:endParaRPr lang="en-IN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716280" y="6406073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With sincere appreciation,</a:t>
            </a:r>
            <a:endParaRPr lang="en-IN" sz="4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716280" y="6928759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Tejasvi Maheshwari</a:t>
            </a:r>
            <a:endParaRPr lang="en-IN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716280" y="749358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Department – BCA</a:t>
            </a:r>
            <a:endParaRPr lang="en-IN" sz="4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716280" y="805840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 err="1"/>
              <a:t>Dezyne</a:t>
            </a:r>
            <a:r>
              <a:rPr lang="en-IN" sz="2400" dirty="0"/>
              <a:t> École College, Ajmer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Case Study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701040" y="2616282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Build Subscriber Base, Increase Engagement, Promote Products, Improve Conversions &amp; Maximize ROI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701040" y="2272118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Objective: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701040" y="3783430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Created audience list in Mailchimp. Segmented subscribers based on interests and demographics.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701040" y="34392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1. Subscriber List Creation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701040" y="4798804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Selected regular email campaign and defined campaign name, audience, and subject line with strong CTA.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701040" y="445464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2. Email Campaign Setup</a:t>
            </a:r>
            <a:endParaRPr lang="en-IN" sz="6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701040" y="5843630"/>
            <a:ext cx="16062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Designed responsive email using drag-and-drop builder. Added logo, banner image, product details, and clear Call-to-Action buttons.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701040" y="54994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3. Email Designing</a:t>
            </a:r>
            <a:endParaRPr lang="en-IN" sz="4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701040" y="7155898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Sent test emails to check layout, links, subject line, and mobile responsiveness.</a:t>
            </a:r>
            <a:endParaRPr lang="en-IN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701040" y="6811734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4. Test Email &amp; Optimization</a:t>
            </a:r>
            <a:endParaRPr lang="en-IN" sz="3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701040" y="8187035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Scheduled and sent final campaign. Monitored open rate, click-through rate (CTR), and conversions.</a:t>
            </a:r>
            <a:endParaRPr lang="en-IN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701040" y="784287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5. Final Publication &amp; Performance Tracking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7D10B-BCE9-C661-A94F-8D9ECD23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089" y="0"/>
            <a:ext cx="18482178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F2993-9DA5-44FD-4E79-87D3A3EA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6368F-73BC-D8F8-CEDA-B7102C701286}"/>
              </a:ext>
            </a:extLst>
          </p:cNvPr>
          <p:cNvSpPr txBox="1"/>
          <p:nvPr/>
        </p:nvSpPr>
        <p:spPr>
          <a:xfrm>
            <a:off x="0" y="211445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Mailchimp Account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C5871-8428-A845-942A-7EA15AAFC5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E5E7EC-A25E-5C72-3DF7-931D1B3791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9" r="763"/>
          <a:stretch>
            <a:fillRect/>
          </a:stretch>
        </p:blipFill>
        <p:spPr>
          <a:xfrm>
            <a:off x="864245" y="1943100"/>
            <a:ext cx="16433155" cy="777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6BC43E-E4DD-EFDB-6BBF-17C9079EDE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211445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2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E73E8-A4FB-7CB0-4558-69C66911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9230B1-A9BB-F83F-6816-0BCD1070A9AB}"/>
              </a:ext>
            </a:extLst>
          </p:cNvPr>
          <p:cNvSpPr txBox="1"/>
          <p:nvPr/>
        </p:nvSpPr>
        <p:spPr>
          <a:xfrm>
            <a:off x="0" y="211445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Email Campaign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2071E-5ECB-2062-4A41-42A59EF44D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718146-5E64-278F-4667-022445897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25" y="1943100"/>
            <a:ext cx="16943149" cy="7669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C44CFA-051E-87F4-923F-3EAFDD640A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211445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6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B01086-3214-8052-08AC-281CC9CA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DAD0C-BCED-7D89-08A3-01F1E2C35CBD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Design Method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9DBCB-BE84-3E7D-D0A4-5E01D2027C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8B0BA0-FF0F-4B41-97D0-C042674A51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190500"/>
            <a:ext cx="1206034" cy="1206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BC86E4-48AC-BD9E-721E-405F88FEF6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" t="15689" r="3129" b="4906"/>
          <a:stretch>
            <a:fillRect/>
          </a:stretch>
        </p:blipFill>
        <p:spPr>
          <a:xfrm>
            <a:off x="630298" y="2095500"/>
            <a:ext cx="17027404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08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7D302-54FF-E176-4B4A-49D63231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D5D6C-42B7-1885-A7EF-A8854CE4C227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Template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73C08-E56B-D7C7-DB2E-CEEE1DED4C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BA206C-64C2-E5C5-57C2-8A4906F9E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8" r="1046"/>
          <a:stretch>
            <a:fillRect/>
          </a:stretch>
        </p:blipFill>
        <p:spPr>
          <a:xfrm>
            <a:off x="1828166" y="2095499"/>
            <a:ext cx="14478634" cy="6934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BCA0-C808-1DEE-8782-AC54A15559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0" y="203666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1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F490C-EA2C-A34C-CB81-3EF4E800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7B41F-2EAA-91F4-A4CF-213E6DCFA5CC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Design &amp; Customization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C1394-E78E-C78A-5A8D-30D4D22E23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5EFE0A-A497-A013-2C14-279E706F64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8" r="1046"/>
          <a:stretch>
            <a:fillRect/>
          </a:stretch>
        </p:blipFill>
        <p:spPr>
          <a:xfrm>
            <a:off x="1189092" y="2019300"/>
            <a:ext cx="15909816" cy="7620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2E4C85-C6F6-32E7-BEF3-F5F8E09495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162426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80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7AAE5-F8A9-E15C-4A09-D439F1D1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939A86-1352-E9AC-A389-A8278D2E2F08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Design &amp; Customization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4FC96-7C3A-FE02-3C80-B62AFAE85B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DE1E85-4E30-DB58-F7FE-59929CEF1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26" t="17650" r="16149"/>
          <a:stretch>
            <a:fillRect/>
          </a:stretch>
        </p:blipFill>
        <p:spPr>
          <a:xfrm>
            <a:off x="304800" y="2705100"/>
            <a:ext cx="5571378" cy="563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0994BA-70EC-6B2C-7233-F16BA0B4E7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09" t="17650" r="22919"/>
          <a:stretch>
            <a:fillRect/>
          </a:stretch>
        </p:blipFill>
        <p:spPr>
          <a:xfrm>
            <a:off x="6248400" y="2705100"/>
            <a:ext cx="4430252" cy="563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0C3118-69FB-CDC1-FC60-6F70EF73DF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05" t="20590" r="13024" b="1074"/>
          <a:stretch>
            <a:fillRect/>
          </a:stretch>
        </p:blipFill>
        <p:spPr>
          <a:xfrm>
            <a:off x="11158762" y="2705100"/>
            <a:ext cx="6264992" cy="5562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863DCE-2B3E-FD47-506B-B469A9AC39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239114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14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D8945-6C74-E3B1-D7DB-45BBBC2C4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EE3E96-DE64-576D-3A09-BB34FB692648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Email Design &amp; Customization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D5D52-709F-FFA0-5B59-A4C7014D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F79EC6-22EF-B4CA-E8C5-B9F14BA451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0" y="239114"/>
            <a:ext cx="1206034" cy="12060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6D23BB-CC25-BD2F-0F11-291494399F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79" t="16165" r="21356"/>
          <a:stretch>
            <a:fillRect/>
          </a:stretch>
        </p:blipFill>
        <p:spPr>
          <a:xfrm>
            <a:off x="205308" y="2723171"/>
            <a:ext cx="4267200" cy="65165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3DE8E0-7E2B-A08D-5DF3-5E1576984D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75" t="17743" r="20899"/>
          <a:stretch>
            <a:fillRect/>
          </a:stretch>
        </p:blipFill>
        <p:spPr>
          <a:xfrm>
            <a:off x="4560354" y="2723171"/>
            <a:ext cx="4407954" cy="63939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8E3B30-E932-A18E-CB38-F725CDB078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91" t="17743" r="20803"/>
          <a:stretch>
            <a:fillRect/>
          </a:stretch>
        </p:blipFill>
        <p:spPr>
          <a:xfrm>
            <a:off x="9056154" y="2705100"/>
            <a:ext cx="4419600" cy="63939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B641FC-DAF0-D166-BE84-005A1C52F5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02" t="17742" r="19451"/>
          <a:stretch>
            <a:fillRect/>
          </a:stretch>
        </p:blipFill>
        <p:spPr>
          <a:xfrm>
            <a:off x="13563600" y="2705100"/>
            <a:ext cx="4572000" cy="639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20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9AF84-FFB7-2D0F-E726-B5D7300E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84C2F-0278-6FD4-6FFA-04B4AE991299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Contact Import Method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072F3-B535-CFA4-44DB-4EABCC8312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B4E7EF-0309-D467-FA4E-FB5AC6941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8" r="2609"/>
          <a:stretch>
            <a:fillRect/>
          </a:stretch>
        </p:blipFill>
        <p:spPr>
          <a:xfrm>
            <a:off x="961556" y="1866900"/>
            <a:ext cx="16364888" cy="7876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6D9F76-03FD-174E-3C99-74E4BAFCD6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0410" y="239114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07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901536-5544-562F-F3AF-29E9EAD9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986764-5D46-2F43-ED22-1F590061DDEC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Copy &amp; Paste Your Contact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22B3A-10F2-9FF9-7785-7A1C3EAC56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5FFB74-2194-9F6A-90A3-BAB726B843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8" r="1655"/>
          <a:stretch>
            <a:fillRect/>
          </a:stretch>
        </p:blipFill>
        <p:spPr>
          <a:xfrm>
            <a:off x="990319" y="1866900"/>
            <a:ext cx="16307362" cy="77724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E73E41-512A-FE94-F72E-77864B171F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1647" y="261974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3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09B51-3490-AA19-E059-1403A1CC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FCC56-798B-76D2-75EA-E9CD06A284CF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Contact Imported Successfully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452CA-6D01-3C0B-24A6-985BD80C07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F8875E-CD7A-8018-1376-88AF512D4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768" r="1873"/>
          <a:stretch>
            <a:fillRect/>
          </a:stretch>
        </p:blipFill>
        <p:spPr>
          <a:xfrm>
            <a:off x="877481" y="1714500"/>
            <a:ext cx="16546274" cy="7903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E759B6-3156-B867-4A0F-D004E8619A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721" y="162426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0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C66A0-8FF9-F90D-DEF7-F2F82DD6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214E3-830A-F45D-5CA6-30D784B988E0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Import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A790CC-F9FF-B8FB-8038-8523DF5B6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6ED28B-E01A-0F37-C038-A375749DD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166" y="1943100"/>
            <a:ext cx="14631668" cy="7773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386BEB-5CD8-68B0-5DA7-0FB79D360E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162426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80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ECAA95-0F84-98EC-4CF3-0C7B2E1D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B594F-7231-CE53-7692-100792CAC62A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Import Confirmation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A6F65-AA91-47F8-D89B-D581174285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F39A07-B850-3112-8978-CA4E124C54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1764" r="2085"/>
          <a:stretch>
            <a:fillRect/>
          </a:stretch>
        </p:blipFill>
        <p:spPr>
          <a:xfrm>
            <a:off x="787644" y="1866900"/>
            <a:ext cx="16712711" cy="800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5E562A-A9DA-D657-BDCF-26DE2EC2EF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3841" y="162426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78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E4F4F-8CA9-E355-8688-83012DDE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7E10E5-1C5E-6B78-10D3-99D9685BA86B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68618-A9D2-F2C7-6E9D-5993199474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2A547C-5900-C578-F37F-5C64E6A6E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8" r="1835"/>
          <a:stretch>
            <a:fillRect/>
          </a:stretch>
        </p:blipFill>
        <p:spPr>
          <a:xfrm>
            <a:off x="846419" y="2019300"/>
            <a:ext cx="16577335" cy="78276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7C41BB-ACC9-D7BF-7E42-AF473C3856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480" y="162426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05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9D750-1AA5-9A69-9124-DA1AF81E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56117B-5C38-5C6B-54BB-513664F96213}"/>
              </a:ext>
            </a:extLst>
          </p:cNvPr>
          <p:cNvSpPr txBox="1"/>
          <p:nvPr/>
        </p:nvSpPr>
        <p:spPr>
          <a:xfrm>
            <a:off x="0" y="211445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Successfully Launched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C9289-E8DD-2C2F-E6D5-7AF55709B0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9114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003EAC-944D-E8B4-CBAE-812CF91C9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8" r="986" b="6867"/>
          <a:stretch>
            <a:fillRect/>
          </a:stretch>
        </p:blipFill>
        <p:spPr>
          <a:xfrm>
            <a:off x="648962" y="2019300"/>
            <a:ext cx="17105638" cy="74676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EF50A7-0ACC-7BF0-FF5E-5AF14708BD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239114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0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E4945-EE62-A69B-15C4-0591E592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46285D-E77F-C04C-D318-A04C1ED9EC52}"/>
              </a:ext>
            </a:extLst>
          </p:cNvPr>
          <p:cNvSpPr txBox="1"/>
          <p:nvPr/>
        </p:nvSpPr>
        <p:spPr>
          <a:xfrm>
            <a:off x="0" y="356066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Test Email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2B7CD-02E3-CB4D-779A-CE1C7A9CB9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3735"/>
            <a:ext cx="1145360" cy="115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317B10-326D-98F5-EEC0-E1BBFCC8B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6" b="17407"/>
          <a:stretch>
            <a:fillRect/>
          </a:stretch>
        </p:blipFill>
        <p:spPr>
          <a:xfrm>
            <a:off x="1676400" y="1901189"/>
            <a:ext cx="6019800" cy="80836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3A48DE-F83E-47FA-6B50-54F213157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901189"/>
            <a:ext cx="6781800" cy="8083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14ED42-6603-7259-5C01-95F04FF4BE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383735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82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FA1AA9-82AE-F7BD-9AF4-F78814CD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78883-B1A2-0DC5-2480-6A1C513C77DA}"/>
              </a:ext>
            </a:extLst>
          </p:cNvPr>
          <p:cNvSpPr txBox="1"/>
          <p:nvPr/>
        </p:nvSpPr>
        <p:spPr>
          <a:xfrm>
            <a:off x="0" y="508466"/>
            <a:ext cx="1828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Test Email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1DE4A-4C96-4227-008D-4DC91BB386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36135"/>
            <a:ext cx="1145360" cy="115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6C3D39-47E2-1573-36C9-CA68D03BD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019300"/>
            <a:ext cx="6096000" cy="70407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436C13-3792-A019-CD0A-22A1EEDF0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29" y="2019300"/>
            <a:ext cx="9345971" cy="7040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D0C58F-D59C-E1C5-0A67-6AF950018A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88" b="89872" l="9888" r="93142">
                        <a14:foregroundMark x1="53668" y1="23206" x2="53668" y2="23206"/>
                        <a14:foregroundMark x1="51914" y1="18501" x2="51914" y2="18501"/>
                        <a14:foregroundMark x1="51435" y1="16906" x2="51435" y2="16906"/>
                        <a14:foregroundMark x1="57735" y1="27990" x2="57735" y2="27990"/>
                        <a14:foregroundMark x1="67065" y1="39633" x2="67065" y2="39633"/>
                        <a14:foregroundMark x1="68501" y1="50558" x2="68501" y2="50558"/>
                        <a14:foregroundMark x1="68182" y1="54466" x2="68182" y2="54466"/>
                        <a14:foregroundMark x1="66108" y1="58293" x2="66108" y2="58293"/>
                        <a14:foregroundMark x1="63158" y1="61324" x2="63158" y2="61324"/>
                        <a14:foregroundMark x1="50478" y1="60686" x2="50478" y2="60686"/>
                        <a14:foregroundMark x1="55263" y1="59091" x2="55263" y2="59091"/>
                        <a14:foregroundMark x1="53828" y1="58931" x2="52711" y2="60048"/>
                        <a14:foregroundMark x1="43381" y1="56061" x2="43381" y2="56061"/>
                        <a14:foregroundMark x1="41627" y1="55742" x2="41627" y2="55742"/>
                        <a14:foregroundMark x1="58692" y1="46411" x2="58692" y2="46411"/>
                        <a14:foregroundMark x1="59649" y1="50558" x2="59649" y2="50558"/>
                        <a14:foregroundMark x1="60766" y1="50558" x2="60766" y2="50558"/>
                        <a14:foregroundMark x1="55423" y1="35885" x2="55423" y2="35885"/>
                        <a14:foregroundMark x1="51116" y1="38517" x2="51116" y2="38517"/>
                        <a14:foregroundMark x1="50957" y1="45215" x2="50957" y2="45215"/>
                        <a14:foregroundMark x1="50478" y1="41866" x2="50478" y2="41866"/>
                        <a14:foregroundMark x1="34848" y1="40909" x2="34848" y2="40909"/>
                        <a14:foregroundMark x1="36922" y1="36364" x2="36922" y2="36364"/>
                        <a14:foregroundMark x1="38517" y1="30941" x2="38517" y2="30941"/>
                        <a14:foregroundMark x1="43700" y1="27512" x2="43700" y2="27512"/>
                        <a14:foregroundMark x1="47847" y1="25917" x2="47847" y2="25917"/>
                        <a14:foregroundMark x1="35327" y1="27352" x2="35327" y2="27352"/>
                        <a14:foregroundMark x1="61563" y1="51196" x2="61563" y2="51196"/>
                        <a14:foregroundMark x1="37879" y1="50080" x2="37879" y2="50080"/>
                        <a14:foregroundMark x1="35327" y1="46252" x2="35327" y2="46252"/>
                        <a14:foregroundMark x1="52871" y1="26396" x2="52871" y2="26396"/>
                        <a14:foregroundMark x1="62520" y1="49601" x2="62520" y2="49601"/>
                        <a14:foregroundMark x1="65550" y1="37081" x2="65550" y2="37081"/>
                        <a14:foregroundMark x1="11802" y1="71372" x2="11802" y2="71372"/>
                        <a14:foregroundMark x1="19537" y1="73764" x2="19537" y2="73764"/>
                        <a14:foregroundMark x1="34530" y1="78788" x2="34530" y2="78788"/>
                        <a14:foregroundMark x1="34530" y1="72169" x2="34530" y2="72169"/>
                        <a14:foregroundMark x1="43062" y1="74721" x2="43062" y2="74721"/>
                        <a14:foregroundMark x1="53828" y1="77432" x2="53828" y2="77432"/>
                        <a14:foregroundMark x1="63955" y1="75837" x2="63955" y2="75837"/>
                        <a14:foregroundMark x1="75758" y1="75040" x2="75758" y2="75040"/>
                        <a14:foregroundMark x1="87321" y1="73923" x2="87321" y2="73923"/>
                        <a14:foregroundMark x1="92823" y1="78788" x2="92823" y2="78788"/>
                        <a14:foregroundMark x1="93142" y1="78788" x2="93142" y2="78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0600" y="536135"/>
            <a:ext cx="1206034" cy="12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54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1183A-C2B1-DEAD-7F56-50C90FC0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B6319-0518-3BB9-473E-C319B1873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700" y="209581"/>
            <a:ext cx="13948599" cy="986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399</Words>
  <Application>Microsoft Office PowerPoint</Application>
  <PresentationFormat>Custom</PresentationFormat>
  <Paragraphs>69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Calibri-Bold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Strategy for TharCool Growth</dc:title>
  <dc:creator>Mukesh Neelu</dc:creator>
  <cp:lastModifiedBy>Tejasvi Maheshwari</cp:lastModifiedBy>
  <cp:revision>11</cp:revision>
  <dcterms:created xsi:type="dcterms:W3CDTF">2006-08-16T00:00:00Z</dcterms:created>
  <dcterms:modified xsi:type="dcterms:W3CDTF">2026-09-08T05:14:02Z</dcterms:modified>
  <dc:identifier>DAHRJheS19U</dc:identifier>
</cp:coreProperties>
</file>